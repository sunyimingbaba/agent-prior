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08af9aa3dab4ae1" /><Relationship Type="http://schemas.openxmlformats.org/officeDocument/2006/relationships/extended-properties" Target="/docProps/app.xml" Id="Rb62b54bfd51f48dc" /><Relationship Type="http://schemas.openxmlformats.org/officeDocument/2006/relationships/officeDocument" Target="/ppt/presentation.xml" Id="R246ccce521904e65" /></Relationships>
</file>

<file path=ppt/presentation.xml><?xml version="1.0" encoding="utf-8"?>
<p:presentation xmlns:p="http://schemas.openxmlformats.org/presentationml/2006/main">
  <p:sldMasterIdLst>
    <p:sldMasterId xmlns:r="http://schemas.openxmlformats.org/officeDocument/2006/relationships" id="2147483648" r:id="Ra4e424a0f2d94372"/>
    <p:sldMasterId xmlns:r="http://schemas.openxmlformats.org/officeDocument/2006/relationships" id="2147483662" r:id="R9f57487ce7414cf0"/>
  </p:sldMasterIdLst>
  <p:notesMasterIdLst>
    <p:notesMasterId xmlns:r="http://schemas.openxmlformats.org/officeDocument/2006/relationships" r:id="Ra8b711fcd2b2454b"/>
  </p:notesMasterIdLst>
  <p:sldIdLst>
    <p:sldId xmlns:r="http://schemas.openxmlformats.org/officeDocument/2006/relationships" id="256" r:id="Re6ca390835094981"/>
    <p:sldId xmlns:r="http://schemas.openxmlformats.org/officeDocument/2006/relationships" id="257" r:id="Rf76cd7498b6b4ab5"/>
    <p:sldId xmlns:r="http://schemas.openxmlformats.org/officeDocument/2006/relationships" id="258" r:id="R8b1d7a1fc3c8407d"/>
    <p:sldId xmlns:r="http://schemas.openxmlformats.org/officeDocument/2006/relationships" id="259" r:id="Rd1cf9533f9664bf6"/>
    <p:sldId xmlns:r="http://schemas.openxmlformats.org/officeDocument/2006/relationships" id="260" r:id="Rf1d19f59e8cd4ab0"/>
    <p:sldId xmlns:r="http://schemas.openxmlformats.org/officeDocument/2006/relationships" id="261" r:id="Ra91e9a019f624874"/>
    <p:sldId xmlns:r="http://schemas.openxmlformats.org/officeDocument/2006/relationships" id="262" r:id="Rfbed9966a4f940df"/>
    <p:sldId xmlns:r="http://schemas.openxmlformats.org/officeDocument/2006/relationships" id="263" r:id="Rfe088b4b60c04a2a"/>
    <p:sldId xmlns:r="http://schemas.openxmlformats.org/officeDocument/2006/relationships" id="264" r:id="Rd12df538aee448c4"/>
    <p:sldId xmlns:r="http://schemas.openxmlformats.org/officeDocument/2006/relationships" id="265" r:id="R44331318cf154588"/>
    <p:sldId xmlns:r="http://schemas.openxmlformats.org/officeDocument/2006/relationships" id="266" r:id="Rc1568bb303024ab0"/>
    <p:sldId xmlns:r="http://schemas.openxmlformats.org/officeDocument/2006/relationships" id="267" r:id="R4aae18db56df4a2a"/>
    <p:sldId xmlns:r="http://schemas.openxmlformats.org/officeDocument/2006/relationships" id="268" r:id="Rc76bff458a564bc0"/>
    <p:sldId xmlns:r="http://schemas.openxmlformats.org/officeDocument/2006/relationships" id="269" r:id="R2abe0c9144814943"/>
    <p:sldId xmlns:r="http://schemas.openxmlformats.org/officeDocument/2006/relationships" id="270" r:id="Rab9f1ed29a0c4ae6"/>
    <p:sldId xmlns:r="http://schemas.openxmlformats.org/officeDocument/2006/relationships" id="271" r:id="R76caccc55b944d74"/>
    <p:sldId xmlns:r="http://schemas.openxmlformats.org/officeDocument/2006/relationships" id="272" r:id="R255ca3e2987c447c"/>
    <p:sldId xmlns:r="http://schemas.openxmlformats.org/officeDocument/2006/relationships" id="273" r:id="Rc9b6b61c8ad34ce8"/>
    <p:sldId xmlns:r="http://schemas.openxmlformats.org/officeDocument/2006/relationships" id="274" r:id="Rbb89de88a6d04333"/>
    <p:sldId xmlns:r="http://schemas.openxmlformats.org/officeDocument/2006/relationships" id="275" r:id="R9ebdf567fb7a423f"/>
    <p:sldId xmlns:r="http://schemas.openxmlformats.org/officeDocument/2006/relationships" id="276" r:id="Rda94980cc9df44dc"/>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2005" cy="72005"/>
</p:viewPr>
</file>

<file path=ppt/_rels/presentation.xml.rels>&#65279;<?xml version="1.0" encoding="utf-8"?><Relationships xmlns="http://schemas.openxmlformats.org/package/2006/relationships"><Relationship Type="http://schemas.openxmlformats.org/officeDocument/2006/relationships/theme" Target="/ppt/theme/theme1.xml" Id="R1bf5c1ca055f4355" /><Relationship Type="http://schemas.openxmlformats.org/officeDocument/2006/relationships/slideMaster" Target="/ppt/slideMasters/slideMaster1.xml" Id="Ra4e424a0f2d94372" /><Relationship Type="http://schemas.openxmlformats.org/officeDocument/2006/relationships/slideMaster" Target="/ppt/slideMasters/slideMaster2.xml" Id="R9f57487ce7414cf0" /><Relationship Type="http://schemas.openxmlformats.org/officeDocument/2006/relationships/notesMaster" Target="/ppt/notesMasters/notesMaster1.xml" Id="Ra8b711fcd2b2454b" /><Relationship Type="http://schemas.openxmlformats.org/officeDocument/2006/relationships/presProps" Target="/ppt/presProps.xml" Id="R1b05f78939c64f13" /><Relationship Type="http://schemas.openxmlformats.org/officeDocument/2006/relationships/viewProps" Target="/ppt/viewProps.xml" Id="R882f675b255a4c6f" /><Relationship Type="http://schemas.openxmlformats.org/officeDocument/2006/relationships/tableStyles" Target="/ppt/tableStyles.xml" Id="R114d5ff9feb74ab7" /><Relationship Type="http://schemas.openxmlformats.org/officeDocument/2006/relationships/slide" Target="/ppt/slides/slide1.xml" Id="Re6ca390835094981" /><Relationship Type="http://schemas.openxmlformats.org/officeDocument/2006/relationships/slide" Target="/ppt/slides/slide2.xml" Id="Rf76cd7498b6b4ab5" /><Relationship Type="http://schemas.openxmlformats.org/officeDocument/2006/relationships/slide" Target="/ppt/slides/slide3.xml" Id="R8b1d7a1fc3c8407d" /><Relationship Type="http://schemas.openxmlformats.org/officeDocument/2006/relationships/slide" Target="/ppt/slides/slide4.xml" Id="Rd1cf9533f9664bf6" /><Relationship Type="http://schemas.openxmlformats.org/officeDocument/2006/relationships/slide" Target="/ppt/slides/slide5.xml" Id="Rf1d19f59e8cd4ab0" /><Relationship Type="http://schemas.openxmlformats.org/officeDocument/2006/relationships/slide" Target="/ppt/slides/slide6.xml" Id="Ra91e9a019f624874" /><Relationship Type="http://schemas.openxmlformats.org/officeDocument/2006/relationships/slide" Target="/ppt/slides/slide7.xml" Id="Rfbed9966a4f940df" /><Relationship Type="http://schemas.openxmlformats.org/officeDocument/2006/relationships/slide" Target="/ppt/slides/slide8.xml" Id="Rfe088b4b60c04a2a" /><Relationship Type="http://schemas.openxmlformats.org/officeDocument/2006/relationships/slide" Target="/ppt/slides/slide9.xml" Id="Rd12df538aee448c4" /><Relationship Type="http://schemas.openxmlformats.org/officeDocument/2006/relationships/slide" Target="/ppt/slides/slide10.xml" Id="R44331318cf154588" /><Relationship Type="http://schemas.openxmlformats.org/officeDocument/2006/relationships/slide" Target="/ppt/slides/slide11.xml" Id="Rc1568bb303024ab0" /><Relationship Type="http://schemas.openxmlformats.org/officeDocument/2006/relationships/slide" Target="/ppt/slides/slide12.xml" Id="R4aae18db56df4a2a" /><Relationship Type="http://schemas.openxmlformats.org/officeDocument/2006/relationships/slide" Target="/ppt/slides/slide13.xml" Id="Rc76bff458a564bc0" /><Relationship Type="http://schemas.openxmlformats.org/officeDocument/2006/relationships/slide" Target="/ppt/slides/slide14.xml" Id="R2abe0c9144814943" /><Relationship Type="http://schemas.openxmlformats.org/officeDocument/2006/relationships/slide" Target="/ppt/slides/slide15.xml" Id="Rab9f1ed29a0c4ae6" /><Relationship Type="http://schemas.openxmlformats.org/officeDocument/2006/relationships/slide" Target="/ppt/slides/slide16.xml" Id="R76caccc55b944d74" /><Relationship Type="http://schemas.openxmlformats.org/officeDocument/2006/relationships/slide" Target="/ppt/slides/slide17.xml" Id="R255ca3e2987c447c" /><Relationship Type="http://schemas.openxmlformats.org/officeDocument/2006/relationships/slide" Target="/ppt/slides/slide18.xml" Id="Rc9b6b61c8ad34ce8" /><Relationship Type="http://schemas.openxmlformats.org/officeDocument/2006/relationships/slide" Target="/ppt/slides/slide19.xml" Id="Rbb89de88a6d04333" /><Relationship Type="http://schemas.openxmlformats.org/officeDocument/2006/relationships/slide" Target="/ppt/slides/slide20.xml" Id="R9ebdf567fb7a423f" /><Relationship Type="http://schemas.openxmlformats.org/officeDocument/2006/relationships/slide" Target="/ppt/slides/slide21.xml" Id="Rda94980cc9df44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b548c4cdf3234a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默认设计模板">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d7edc545c634ad3" /><Relationship Type="http://schemas.openxmlformats.org/officeDocument/2006/relationships/notesMaster" Target="/ppt/notesMasters/notesMaster1.xml" Id="R05626e66905f4a5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f825f5750fb4f54" /><Relationship Type="http://schemas.openxmlformats.org/officeDocument/2006/relationships/notesMaster" Target="/ppt/notesMasters/notesMaster1.xml" Id="R67440a9897e84d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25c5f6bdeb489b" /><Relationship Type="http://schemas.openxmlformats.org/officeDocument/2006/relationships/notesMaster" Target="/ppt/notesMasters/notesMaster1.xml" Id="R1222f57e85484a15" /></Relationships>
</file>

<file path=ppt/notesSlides/_rels/notesSlide4.xml.rels>&#65279;<?xml version="1.0" encoding="utf-8"?><Relationships xmlns="http://schemas.openxmlformats.org/package/2006/relationships"><Relationship Type="http://schemas.openxmlformats.org/officeDocument/2006/relationships/slide" Target="/ppt/slides/slide4.xml" Id="R568f2a3b156f4cd5" /><Relationship Type="http://schemas.openxmlformats.org/officeDocument/2006/relationships/notesMaster" Target="/ppt/notesMasters/notesMaster1.xml" Id="Rba73594953af4d4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2568be0cd9f448f" /><Relationship Type="http://schemas.openxmlformats.org/officeDocument/2006/relationships/notesMaster" Target="/ppt/notesMasters/notesMaster1.xml" Id="R0d580ab02f8e438e" /></Relationships>
</file>

<file path=ppt/notesSlides/_rels/notesSlide6.xml.rels>&#65279;<?xml version="1.0" encoding="utf-8"?><Relationships xmlns="http://schemas.openxmlformats.org/package/2006/relationships"><Relationship Type="http://schemas.openxmlformats.org/officeDocument/2006/relationships/slide" Target="/ppt/slides/slide6.xml" Id="R320527a9513746bc" /><Relationship Type="http://schemas.openxmlformats.org/officeDocument/2006/relationships/notesMaster" Target="/ppt/notesMasters/notesMaster1.xml" Id="R695b17457e8d4e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bcdaa9db99c04333" /><Relationship Type="http://schemas.openxmlformats.org/officeDocument/2006/relationships/notesMaster" Target="/ppt/notesMasters/notesMaster1.xml" Id="Rc5a984daf2ed4610" /></Relationships>
</file>

<file path=ppt/notesSlides/_rels/notesSlide8.xml.rels>&#65279;<?xml version="1.0" encoding="utf-8"?><Relationships xmlns="http://schemas.openxmlformats.org/package/2006/relationships"><Relationship Type="http://schemas.openxmlformats.org/officeDocument/2006/relationships/slide" Target="/ppt/slides/slide8.xml" Id="R752512bdeea04a90" /><Relationship Type="http://schemas.openxmlformats.org/officeDocument/2006/relationships/notesMaster" Target="/ppt/notesMasters/notesMaster1.xml" Id="Rb2624867edc743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013ec4aa06a94406" /><Relationship Type="http://schemas.openxmlformats.org/officeDocument/2006/relationships/notesMaster" Target="/ppt/notesMasters/notesMaster1.xml" Id="R61552377924c40f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8868804711548bb" /><Relationship Type="http://schemas.openxmlformats.org/officeDocument/2006/relationships/notesMaster" Target="/ppt/notesMasters/notesMaster1.xml" Id="R8897987517d04a7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86b7db0de4b4376" /><Relationship Type="http://schemas.openxmlformats.org/officeDocument/2006/relationships/notesMaster" Target="/ppt/notesMasters/notesMaster1.xml" Id="R557333df8f684e8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2632192a7d2429c" /><Relationship Type="http://schemas.openxmlformats.org/officeDocument/2006/relationships/notesMaster" Target="/ppt/notesMasters/notesMaster1.xml" Id="R1b844a8a824f405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3e34993837145b0" /><Relationship Type="http://schemas.openxmlformats.org/officeDocument/2006/relationships/notesMaster" Target="/ppt/notesMasters/notesMaster1.xml" Id="Rc609a3740c0547f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081dd1828c3483e" /><Relationship Type="http://schemas.openxmlformats.org/officeDocument/2006/relationships/notesMaster" Target="/ppt/notesMasters/notesMaster1.xml" Id="R299ed08079654da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0f0a917e3494e39" /><Relationship Type="http://schemas.openxmlformats.org/officeDocument/2006/relationships/notesMaster" Target="/ppt/notesMasters/notesMaster1.xml" Id="Rbe8c8459412846b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cfae18938324b21" /><Relationship Type="http://schemas.openxmlformats.org/officeDocument/2006/relationships/notesMaster" Target="/ppt/notesMasters/notesMaster1.xml" Id="Rd401351393e0489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ff40506e1fd48af" /><Relationship Type="http://schemas.openxmlformats.org/officeDocument/2006/relationships/notesMaster" Target="/ppt/notesMasters/notesMaster1.xml" Id="R8681c692a8ad440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982bbbbda1b4244" /><Relationship Type="http://schemas.openxmlformats.org/officeDocument/2006/relationships/notesMaster" Target="/ppt/notesMasters/notesMaster1.xml" Id="R73e3ebc3ea7b4bb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982fa8fb153407e" /><Relationship Type="http://schemas.openxmlformats.org/officeDocument/2006/relationships/notesMaster" Target="/ppt/notesMasters/notesMaster1.xml" Id="R291ff7a20e484b7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c979147ddad4945" /><Relationship Type="http://schemas.openxmlformats.org/officeDocument/2006/relationships/notesMaster" Target="/ppt/notesMasters/notesMaster1.xml" Id="R452dfce2ed78448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28bdd0706444048" /><Relationship Type="http://schemas.openxmlformats.org/officeDocument/2006/relationships/notesMaster" Target="/ppt/notesMasters/notesMaster1.xml" Id="Rd5278dc775304a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lvl="0">
              <a:buNone/>
            </a:pP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lvl="0">
              <a:buNone/>
            </a:pPr>
            <a:r>
              <a:t>数据来源：用户提供的 experiment_board.html。1.1 主表（核心贡献）。</a:t>
            </a:r>
            <a:endParaRPr b="1"/>
          </a:p>
          <a:p xmlns:a="http://schemas.openxmlformats.org/drawingml/2006/main">
            <a:pPr lvl="0">
              <a:buNone/>
            </a:pP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lvl="0">
              <a:buNone/>
            </a:pPr>
            <a:r>
              <a:t>数据来源：用户提供的 experiment_board.html。1.2 UCM 对比实验（1/3）。</a:t>
            </a:r>
            <a:endParaRPr b="1"/>
          </a:p>
          <a:p xmlns:a="http://schemas.openxmlformats.org/drawingml/2006/main">
            <a:pPr lvl="0">
              <a:buNone/>
            </a:pP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lvl="0">
              <a:buNone/>
            </a:pPr>
            <a:r>
              <a:t>数据来源：用户提供的 experiment_board.html。1.2 UCM 对比实验（2/3）。</a:t>
            </a:r>
            <a:endParaRPr b="1"/>
          </a:p>
          <a:p xmlns:a="http://schemas.openxmlformats.org/drawingml/2006/main">
            <a:pPr lvl="0">
              <a:buNone/>
            </a:pP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lvl="0">
              <a:buNone/>
            </a:pPr>
            <a:r>
              <a:t>数据来源：用户提供的 experiment_board.html。1.2 UCM 对比实验（3/3）。</a:t>
            </a:r>
            <a:endParaRPr b="1"/>
          </a:p>
          <a:p xmlns:a="http://schemas.openxmlformats.org/drawingml/2006/main">
            <a:pPr lvl="0">
              <a:buNone/>
            </a:pP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lvl="0">
              <a:buNone/>
            </a:pPr>
            <a:r>
              <a:t>数据来源：用户提供的 experiment_board.html。1.3 RSICD 对比实验（1/3）。</a:t>
            </a:r>
            <a:endParaRPr b="1"/>
          </a:p>
          <a:p xmlns:a="http://schemas.openxmlformats.org/drawingml/2006/main">
            <a:pPr lvl="0">
              <a:buNone/>
            </a:pP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lvl="0">
              <a:buNone/>
            </a:pPr>
            <a:r>
              <a:t>数据来源：用户提供的 experiment_board.html。1.3 RSICD 对比实验（2/3）。</a:t>
            </a:r>
            <a:endParaRPr b="1"/>
          </a:p>
          <a:p xmlns:a="http://schemas.openxmlformats.org/drawingml/2006/main">
            <a:pPr lvl="0">
              <a:buNone/>
            </a:pP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lvl="0">
              <a:buNone/>
            </a:pPr>
            <a:r>
              <a:t>数据来源：用户提供的 experiment_board.html。1.3 RSICD 对比实验（3/3）。</a:t>
            </a:r>
            <a:endParaRPr b="1"/>
          </a:p>
          <a:p xmlns:a="http://schemas.openxmlformats.org/drawingml/2006/main">
            <a:pPr lvl="0">
              <a:buNone/>
            </a:pP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lvl="0">
              <a:buNone/>
            </a:pPr>
            <a:r>
              <a:t>数据来源：用户提供的 experiment_board.html。1.4 RSITMD 对比实验（1/3）。</a:t>
            </a:r>
            <a:endParaRPr b="1"/>
          </a:p>
          <a:p xmlns:a="http://schemas.openxmlformats.org/drawingml/2006/main">
            <a:pPr lvl="0">
              <a:buNone/>
            </a:pP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lvl="0">
              <a:buNone/>
            </a:pPr>
            <a:r>
              <a:t>数据来源：用户提供的 experiment_board.html。1.4 RSITMD 对比实验（2/3）。</a:t>
            </a:r>
            <a:endParaRPr b="1"/>
          </a:p>
          <a:p xmlns:a="http://schemas.openxmlformats.org/drawingml/2006/main">
            <a:pPr lvl="0">
              <a:buNone/>
            </a:pP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lvl="0">
              <a:buNone/>
            </a:pPr>
            <a:r>
              <a:t>数据来源：用户提供的 experiment_board.html。1.4 RSITMD 对比实验（3/3）。</a:t>
            </a:r>
            <a:endParaRPr b="1"/>
          </a:p>
          <a:p xmlns:a="http://schemas.openxmlformats.org/drawingml/2006/main">
            <a:pPr lvl="0">
              <a:buNone/>
            </a:pP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lvl="0">
              <a:buNone/>
            </a:pPr>
            <a:r>
              <a:t>图片：main_curves.png、convergence_compare.png。</a:t>
            </a:r>
            <a:endParaRPr b="1"/>
          </a:p>
          <a:p xmlns:a="http://schemas.openxmlformats.org/drawingml/2006/main">
            <a:pPr lvl="0">
              <a:buNone/>
            </a:pP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lvl="0">
              <a:buNone/>
            </a:pPr>
            <a:r>
              <a:t>图片：data_scale.png、noise_robustness_summary.png。噪声比例仅为 0%、20%、40%。</a:t>
            </a:r>
            <a:endParaRPr b="1"/>
          </a:p>
          <a:p xmlns:a="http://schemas.openxmlformats.org/drawingml/2006/main">
            <a:pPr lvl="0">
              <a:buNone/>
            </a:pP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lvl="0">
              <a:buNone/>
            </a:pPr>
            <a:r>
              <a:t>图片：qualitative_ccb_vs_agent.png。绿色框表示 ground truth。</a:t>
            </a:r>
            <a:endParaRPr b="1"/>
          </a:p>
          <a:p xmlns:a="http://schemas.openxmlformats.org/drawingml/2006/main">
            <a:pPr lvl="0">
              <a:buNone/>
            </a:pP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lvl="0">
              <a:buNone/>
            </a:pPr>
            <a:r>
              <a:t>摘要内容依据用户提供的《摘要_中文版.docx》截图录入。</a:t>
            </a:r>
            <a:endParaRPr b="1"/>
          </a:p>
          <a:p xmlns:a="http://schemas.openxmlformats.org/drawingml/2006/main">
            <a:pPr lvl="0">
              <a:buNone/>
            </a:pP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lvl="0">
              <a:buNone/>
            </a:pPr>
            <a:r>
              <a:t>工作进展：阅读 Agent 与遥感图文检索论文，学习实验部分写作思路。图片由用户提供。</a:t>
            </a:r>
            <a:endParaRPr b="1"/>
          </a:p>
          <a:p xmlns:a="http://schemas.openxmlformats.org/drawingml/2006/main">
            <a:pPr lvl="0">
              <a:buNone/>
            </a:pP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lvl="0">
              <a:buNone/>
            </a:pP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137d93a552488a" /><Relationship Type="http://schemas.openxmlformats.org/officeDocument/2006/relationships/image" Target="/ppt/media/image.png" Id="Rdd892dde836648d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879d1771848490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91d56554654405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c84e1e740734a8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96f7c8358c04fc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117f6dd5a07416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4a6ef6992b14f4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ece58d14b6c453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7b04ef5976a46d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58b8c760a0d4a8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a7d73b147bd404c"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0992061572fb45c3"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5cfd6c3af5e14c61" /><Relationship Type="http://schemas.openxmlformats.org/officeDocument/2006/relationships/image" Target="/ppt/media/image2.png" Id="R84123111baa14153" /><Relationship Type="http://schemas.openxmlformats.org/officeDocument/2006/relationships/image" Target="/ppt/media/image3.png" Id="R690a921fba464878" /><Relationship Type="http://schemas.openxmlformats.org/officeDocument/2006/relationships/image" Target="/ppt/media/image4.png" Id="R937c85fa8c2a4a35"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be8dd92c00ff4b28"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4911b893ebe845e9"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2.xml" Id="R029c3d2a67874478"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2.xml" Id="R8d87846be596426a"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2.xml" Id="R1b0aaf3248af45e7"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2.xml" Id="R4b3b95ee7dba4c54"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2.xml" Id="R370a9ba879dd42d0"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2.xml" Id="R347a6aaa28a34bdf"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2.xml" Id="R77508076fa894f3d"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2.xml" Id="R39089149fc3b4a9e"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2.xml" Id="Rc0edfd4a9477428a"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2.xml" Id="Rcc03f7b043744c64" /><Relationship Type="http://schemas.openxmlformats.org/officeDocument/2006/relationships/image" Target="/ppt/media/image2.png" Id="R13223958d73f410c" /><Relationship Type="http://schemas.openxmlformats.org/officeDocument/2006/relationships/image" Target="/ppt/media/image3.png" Id="R4411778b09f04cbb" /><Relationship Type="http://schemas.openxmlformats.org/officeDocument/2006/relationships/image" Target="/ppt/media/image4.png" Id="R60364c453a50467c" /></Relationships>
</file>

<file path=ppt/slideLayouts/slideLayout1.xml><?xml version="1.0" encoding="utf-8"?>
<p:sldLayout xmlns:p="http://schemas.openxmlformats.org/presentationml/2006/main" showMasterSp="0" type="blank" preserve="1">
  <p:cSld name="1_空白">
    <p:spTree>
      <p:nvGrpSpPr>
        <p:cNvPr id="1" name=""/>
        <p:cNvGrpSpPr/>
        <p:nvPr/>
      </p:nvGrpSpPr>
      <p:grpSpPr>
        <a:xfrm xmlns:a="http://schemas.openxmlformats.org/drawingml/2006/main"/>
      </p:grpSpPr>
      <p:sp>
        <p:nvSpPr>
          <p:cNvPr id="2" name="Rectangle 952">
            <a:extLst xmlns:a="http://schemas.openxmlformats.org/drawingml/2006/main">
              <a:ext uri="{FF2B5EF4-FFF2-40B4-BE49-F238E27FC236}">
                <a16:creationId xmlns:a16="http://schemas.microsoft.com/office/drawing/2014/main" id="{E5965E02-40DC-4556-9661-CF1607B5CB0E}"/>
              </a:ext>
            </a:extLst>
          </p:cNvPr>
          <p:cNvSpPr>
            <a:spLocks xmlns:a="http://schemas.openxmlformats.org/drawingml/2006/main" noGrp="1"/>
          </p:cNvSpPr>
          <p:nvPr>
            <p:ph type="sldNum" idx="10"/>
          </p:nvPr>
        </p:nvSpPr>
        <p:spPr>
          <a:xfrm xmlns:a="http://schemas.openxmlformats.org/drawingml/2006/main">
            <a:off x="6300788" y="6381752"/>
            <a:ext cx="1905000" cy="360363"/>
          </a:xfrm>
          <a:prstGeom xmlns:a="http://schemas.openxmlformats.org/drawingml/2006/main" prst="rect">
            <a:avLst/>
          </a:prstGeom>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3" name="Rectangle 16">
            <a:extLst xmlns:a="http://schemas.openxmlformats.org/drawingml/2006/main">
              <a:ext uri="{FF2B5EF4-FFF2-40B4-BE49-F238E27FC236}">
                <a16:creationId xmlns:a16="http://schemas.microsoft.com/office/drawing/2014/main" id="{4432911C-6DC5-4176-86DA-01416DA00362}"/>
              </a:ext>
            </a:extLst>
          </p:cNvPr>
          <p:cNvSpPr>
            <a:spLocks xmlns:a="http://schemas.openxmlformats.org/drawingml/2006/main" noGrp="1"/>
          </p:cNvSpPr>
          <p:nvPr/>
        </p:nvSpPr>
        <p:spPr>
          <a:xfrm xmlns:a="http://schemas.openxmlformats.org/drawingml/2006/main">
            <a:off x="1" y="914400"/>
            <a:ext cx="7596188" cy="69850"/>
          </a:xfrm>
          <a:prstGeom xmlns:a="http://schemas.openxmlformats.org/drawingml/2006/main" prst="rect">
            <a:avLst/>
          </a:prstGeom>
          <a:gradFill xmlns:a="http://schemas.openxmlformats.org/drawingml/2006/main" rotWithShape="0">
            <a:gsLst>
              <a:gs pos="0">
                <a:srgbClr val="000066"/>
              </a:gs>
              <a:gs pos="100000">
                <a:srgbClr val="0066FF"/>
              </a:gs>
            </a:gsLst>
            <a:lin ang="0" scaled="1"/>
          </a:gradFill>
          <a:ln xmlns:a="http://schemas.openxmlformats.org/drawingml/2006/main" w="9525">
            <a:noFill/>
          </a:ln>
        </p:spPr>
        <p:txBody>
          <a:bodyPr xmlns:a="http://schemas.openxmlformats.org/drawingml/2006/main" wrap="none" anchor="ctr"/>
          <a:lstStyle xmlns:a="http://schemas.openxmlformats.org/drawingml/2006/main"/>
          <a:p xmlns:a="http://schemas.openxmlformats.org/drawingml/2006/main">
            <a:pPr>
              <a:spcBef>
                <a:spcPct val="50000"/>
              </a:spcBef>
              <a:buNone/>
            </a:pPr>
            <a:endParaRPr/>
          </a:p>
        </p:txBody>
      </p:sp>
      <p:pic>
        <p:nvPicPr>
          <p:cNvPr id="7" name="图片 4"/>
          <p:cNvPicPr>
            <a:picLocks xmlns:a="http://schemas.openxmlformats.org/drawingml/2006/main" noChangeAspect="1"/>
          </p:cNvPicPr>
          <p:nvPr/>
        </p:nvPicPr>
        <p:blipFill>
          <a:blip xmlns:r="http://schemas.openxmlformats.org/officeDocument/2006/relationships" xmlns:a="http://schemas.openxmlformats.org/drawingml/2006/main" r:embed="Rdd892dde836648d5"/>
          <a:stretch xmlns:a="http://schemas.openxmlformats.org/drawingml/2006/main">
            <a:fillRect l="0" t="0" r="0" b="0"/>
          </a:stretch>
        </p:blipFill>
        <p:spPr>
          <a:xfrm xmlns:a="http://schemas.openxmlformats.org/drawingml/2006/main">
            <a:off x="7982146" y="11054"/>
            <a:ext cx="1140499" cy="1140499"/>
          </a:xfrm>
          <a:prstGeom xmlns:a="http://schemas.openxmlformats.org/drawingml/2006/main" prst="rect">
            <a:avLst/>
          </a:prstGeom>
        </p:spPr>
      </p:pic>
    </p:spTree>
  </p:cSld>
</p:sldLayout>
</file>

<file path=ppt/slideLayouts/slideLayout2.xml><?xml version="1.0" encoding="utf-8"?>
<p:sldLayout xmlns:p="http://schemas.openxmlformats.org/presentationml/2006/main" type="title" preserve="1">
  <p:cSld name="标题幻灯片">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6A5CF5F-E522-4ED1-9208-0A30D203A976}"/>
              </a:ext>
            </a:extLst>
          </p:cNvPr>
          <p:cNvSpPr>
            <a:spLocks xmlns:a="http://schemas.openxmlformats.org/drawingml/2006/main" noGrp="1"/>
          </p:cNvSpPr>
          <p:nvPr>
            <p:ph type="ctrTitle" idx="0"/>
          </p:nvPr>
        </p:nvSpPr>
        <p:spPr>
          <a:xfrm xmlns:a="http://schemas.openxmlformats.org/drawingml/2006/main">
            <a:off x="685800" y="1122363"/>
            <a:ext cx="77724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单击此处编辑母版标题样式</a:t>
            </a:r>
          </a:p>
        </p:txBody>
      </p:sp>
      <p:sp>
        <p:nvSpPr>
          <p:cNvPr id="3" name="Subtitle 2">
            <a:extLst xmlns:a="http://schemas.openxmlformats.org/drawingml/2006/main">
              <a:ext uri="{FF2B5EF4-FFF2-40B4-BE49-F238E27FC236}">
                <a16:creationId xmlns:a16="http://schemas.microsoft.com/office/drawing/2014/main" id="{1A21ADA3-4A24-4ABB-905D-84DC942FAB0D}"/>
              </a:ext>
            </a:extLst>
          </p:cNvPr>
          <p:cNvSpPr>
            <a:spLocks xmlns:a="http://schemas.openxmlformats.org/drawingml/2006/main" noGrp="1"/>
          </p:cNvSpPr>
          <p:nvPr>
            <p:ph type="subTitle" idx="1"/>
          </p:nvPr>
        </p:nvSpPr>
        <p:spPr>
          <a:xfrm xmlns:a="http://schemas.openxmlformats.org/drawingml/2006/main">
            <a:off x="1143000" y="3602038"/>
            <a:ext cx="6858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单击此处编辑母版副标题样式</a:t>
            </a:r>
          </a:p>
        </p:txBody>
      </p:sp>
      <p:sp>
        <p:nvSpPr>
          <p:cNvPr id="4" name="Date Placeholder 3">
            <a:extLst xmlns:a="http://schemas.openxmlformats.org/drawingml/2006/main">
              <a:ext uri="{FF2B5EF4-FFF2-40B4-BE49-F238E27FC236}">
                <a16:creationId xmlns:a16="http://schemas.microsoft.com/office/drawing/2014/main" id="{CA7E2A10-5A2A-49B8-BC55-BC0BE1A5684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5" name="Footer Placeholder 4">
            <a:extLst xmlns:a="http://schemas.openxmlformats.org/drawingml/2006/main">
              <a:ext uri="{FF2B5EF4-FFF2-40B4-BE49-F238E27FC236}">
                <a16:creationId xmlns:a16="http://schemas.microsoft.com/office/drawing/2014/main" id="{317FDDCE-8022-41C0-AE39-925D439B03F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6" name="Slide Number Placeholder 5">
            <a:extLst xmlns:a="http://schemas.openxmlformats.org/drawingml/2006/main">
              <a:ext uri="{FF2B5EF4-FFF2-40B4-BE49-F238E27FC236}">
                <a16:creationId xmlns:a16="http://schemas.microsoft.com/office/drawing/2014/main" id="{538A3EF6-B8B9-482B-9F35-333E501A693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defTabSz="685800">
              <a:buNone/>
            </a:pPr>
            <a:endParaRPr/>
          </a:p>
        </p:txBody>
      </p:sp>
    </p:spTree>
  </p:cSld>
  <p:hf sldNum="0" hdr="0" ftr="0" dt="0"/>
</p:sldLayout>
</file>

<file path=ppt/slideLayouts/slideLayout3.xml><?xml version="1.0" encoding="utf-8"?>
<p:sldLayout xmlns:p="http://schemas.openxmlformats.org/presentationml/2006/main" type="obj" preserve="1">
  <p:cSld name="标题和内容">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9A2A9F2-934D-4298-860F-7DBBD097893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Content Placeholder 2">
            <a:extLst xmlns:a="http://schemas.openxmlformats.org/drawingml/2006/main">
              <a:ext uri="{FF2B5EF4-FFF2-40B4-BE49-F238E27FC236}">
                <a16:creationId xmlns:a16="http://schemas.microsoft.com/office/drawing/2014/main" id="{AC080808-E5D4-4A51-9F21-7EA62E912FAF}"/>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Date Placeholder 3">
            <a:extLst xmlns:a="http://schemas.openxmlformats.org/drawingml/2006/main">
              <a:ext uri="{FF2B5EF4-FFF2-40B4-BE49-F238E27FC236}">
                <a16:creationId xmlns:a16="http://schemas.microsoft.com/office/drawing/2014/main" id="{DEA24B7D-94BA-4145-8C4E-A620DA6529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5" name="Footer Placeholder 4">
            <a:extLst xmlns:a="http://schemas.openxmlformats.org/drawingml/2006/main">
              <a:ext uri="{FF2B5EF4-FFF2-40B4-BE49-F238E27FC236}">
                <a16:creationId xmlns:a16="http://schemas.microsoft.com/office/drawing/2014/main" id="{CED986DE-04EE-4062-B99E-2DDB30B8FFD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6" name="Slide Number Placeholder 5">
            <a:extLst xmlns:a="http://schemas.openxmlformats.org/drawingml/2006/main">
              <a:ext uri="{FF2B5EF4-FFF2-40B4-BE49-F238E27FC236}">
                <a16:creationId xmlns:a16="http://schemas.microsoft.com/office/drawing/2014/main" id="{5623BD3B-E400-4C6C-9CCC-81815B87793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defTabSz="685800">
              <a:buNone/>
            </a:pPr>
            <a:endParaRPr/>
          </a:p>
        </p:txBody>
      </p:sp>
    </p:spTree>
  </p:cSld>
</p:sldLayout>
</file>

<file path=ppt/slideLayouts/slideLayout4.xml><?xml version="1.0" encoding="utf-8"?>
<p:sldLayout xmlns:p="http://schemas.openxmlformats.org/presentationml/2006/main" type="secHead" preserve="1">
  <p:cSld name="节标题">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1086348-FD80-44E2-9A1D-C14ED568F56B}"/>
              </a:ext>
            </a:extLst>
          </p:cNvPr>
          <p:cNvSpPr>
            <a:spLocks xmlns:a="http://schemas.openxmlformats.org/drawingml/2006/main" noGrp="1"/>
          </p:cNvSpPr>
          <p:nvPr>
            <p:ph type="title" idx="0"/>
          </p:nvPr>
        </p:nvSpPr>
        <p:spPr>
          <a:xfrm xmlns:a="http://schemas.openxmlformats.org/drawingml/2006/main">
            <a:off x="623888" y="1709741"/>
            <a:ext cx="7886700" cy="2852737"/>
          </a:xfrm>
        </p:spPr>
        <p:txBody>
          <a:bodyPr xmlns:a="http://schemas.openxmlformats.org/drawingml/2006/main" anchor="b"/>
          <a:lstStyle xmlns:a="http://schemas.openxmlformats.org/drawingml/2006/main">
            <a:lvl1pPr>
              <a:buNone/>
              <a:defRPr sz="6000"/>
            </a:lvl1pPr>
          </a:lstStyle>
          <a:p xmlns:a="http://schemas.openxmlformats.org/drawingml/2006/main">
            <a:r>
              <a:t>单击此处编辑母版标题样式</a:t>
            </a:r>
          </a:p>
        </p:txBody>
      </p:sp>
      <p:sp>
        <p:nvSpPr>
          <p:cNvPr id="3" name="Text Placeholder 2">
            <a:extLst xmlns:a="http://schemas.openxmlformats.org/drawingml/2006/main">
              <a:ext uri="{FF2B5EF4-FFF2-40B4-BE49-F238E27FC236}">
                <a16:creationId xmlns:a16="http://schemas.microsoft.com/office/drawing/2014/main" id="{21147E25-58C5-4664-8E6C-016A3497052F}"/>
              </a:ext>
            </a:extLst>
          </p:cNvPr>
          <p:cNvSpPr>
            <a:spLocks xmlns:a="http://schemas.openxmlformats.org/drawingml/2006/main" noGrp="1"/>
          </p:cNvSpPr>
          <p:nvPr>
            <p:ph type="body" idx="1"/>
          </p:nvPr>
        </p:nvSpPr>
        <p:spPr>
          <a:xfrm xmlns:a="http://schemas.openxmlformats.org/drawingml/2006/main">
            <a:off x="623888" y="4589466"/>
            <a:ext cx="7886700" cy="1500187"/>
          </a:xfrm>
        </p:spPr>
        <p:txBody>
          <a:bodyPr xmlns:a="http://schemas.openxmlformats.org/drawingml/2006/main"/>
          <a:lstStyle xmlns:a="http://schemas.openxmlformats.org/drawingml/2006/main">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单击此处编辑母版文本样式</a:t>
            </a:r>
          </a:p>
        </p:txBody>
      </p:sp>
      <p:sp>
        <p:nvSpPr>
          <p:cNvPr id="4" name="Date Placeholder 3">
            <a:extLst xmlns:a="http://schemas.openxmlformats.org/drawingml/2006/main">
              <a:ext uri="{FF2B5EF4-FFF2-40B4-BE49-F238E27FC236}">
                <a16:creationId xmlns:a16="http://schemas.microsoft.com/office/drawing/2014/main" id="{3D251335-67A6-462C-845C-67D11722398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5" name="Footer Placeholder 4">
            <a:extLst xmlns:a="http://schemas.openxmlformats.org/drawingml/2006/main">
              <a:ext uri="{FF2B5EF4-FFF2-40B4-BE49-F238E27FC236}">
                <a16:creationId xmlns:a16="http://schemas.microsoft.com/office/drawing/2014/main" id="{4C283AB6-2D6D-4E99-A6E8-E505CF1DF92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6" name="Slide Number Placeholder 5">
            <a:extLst xmlns:a="http://schemas.openxmlformats.org/drawingml/2006/main">
              <a:ext uri="{FF2B5EF4-FFF2-40B4-BE49-F238E27FC236}">
                <a16:creationId xmlns:a16="http://schemas.microsoft.com/office/drawing/2014/main" id="{893239D0-9CD0-4EF8-8472-A8792C28EC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defTabSz="685800">
              <a:buNone/>
            </a:pPr>
            <a:endParaRPr/>
          </a:p>
        </p:txBody>
      </p:sp>
    </p:spTree>
  </p:cSld>
</p:sldLayout>
</file>

<file path=ppt/slideLayouts/slideLayout5.xml><?xml version="1.0" encoding="utf-8"?>
<p:sldLayout xmlns:p="http://schemas.openxmlformats.org/presentationml/2006/main" type="twoObj" preserve="1">
  <p:cSld name="两栏内容">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986108C-CF22-49A5-A807-26A9B8D3C3A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Content Placeholder 2">
            <a:extLst xmlns:a="http://schemas.openxmlformats.org/drawingml/2006/main">
              <a:ext uri="{FF2B5EF4-FFF2-40B4-BE49-F238E27FC236}">
                <a16:creationId xmlns:a16="http://schemas.microsoft.com/office/drawing/2014/main" id="{D116583C-4D77-4349-898B-DCE88A06ABFC}"/>
              </a:ext>
            </a:extLst>
          </p:cNvPr>
          <p:cNvSpPr>
            <a:spLocks xmlns:a="http://schemas.openxmlformats.org/drawingml/2006/main" noGrp="1"/>
          </p:cNvSpPr>
          <p:nvPr>
            <p:ph idx="1"/>
          </p:nvPr>
        </p:nvSpPr>
        <p:spPr>
          <a:xfrm xmlns:a="http://schemas.openxmlformats.org/drawingml/2006/main">
            <a:off x="628650" y="1825625"/>
            <a:ext cx="38862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Content Placeholder 3">
            <a:extLst xmlns:a="http://schemas.openxmlformats.org/drawingml/2006/main">
              <a:ext uri="{FF2B5EF4-FFF2-40B4-BE49-F238E27FC236}">
                <a16:creationId xmlns:a16="http://schemas.microsoft.com/office/drawing/2014/main" id="{ED6200EC-6374-477C-A8C9-F5A35A354A7A}"/>
              </a:ext>
            </a:extLst>
          </p:cNvPr>
          <p:cNvSpPr>
            <a:spLocks xmlns:a="http://schemas.openxmlformats.org/drawingml/2006/main" noGrp="1"/>
          </p:cNvSpPr>
          <p:nvPr>
            <p:ph idx="2"/>
          </p:nvPr>
        </p:nvSpPr>
        <p:spPr>
          <a:xfrm xmlns:a="http://schemas.openxmlformats.org/drawingml/2006/main">
            <a:off x="4629150" y="1825625"/>
            <a:ext cx="38862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5" name="Date Placeholder 4">
            <a:extLst xmlns:a="http://schemas.openxmlformats.org/drawingml/2006/main">
              <a:ext uri="{FF2B5EF4-FFF2-40B4-BE49-F238E27FC236}">
                <a16:creationId xmlns:a16="http://schemas.microsoft.com/office/drawing/2014/main" id="{BD6EA685-A7A7-435D-941B-CDD388FE072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6" name="Footer Placeholder 5">
            <a:extLst xmlns:a="http://schemas.openxmlformats.org/drawingml/2006/main">
              <a:ext uri="{FF2B5EF4-FFF2-40B4-BE49-F238E27FC236}">
                <a16:creationId xmlns:a16="http://schemas.microsoft.com/office/drawing/2014/main" id="{FCF2836A-CFB0-4F86-B2ED-AD6DDD84CA6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7" name="Slide Number Placeholder 6">
            <a:extLst xmlns:a="http://schemas.openxmlformats.org/drawingml/2006/main">
              <a:ext uri="{FF2B5EF4-FFF2-40B4-BE49-F238E27FC236}">
                <a16:creationId xmlns:a16="http://schemas.microsoft.com/office/drawing/2014/main" id="{7FEB4683-AEF2-450E-B310-D2D03E46F2B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defTabSz="685800">
              <a:buNone/>
            </a:pPr>
            <a:endParaRPr/>
          </a:p>
        </p:txBody>
      </p:sp>
    </p:spTree>
  </p:cSld>
</p:sldLayout>
</file>

<file path=ppt/slideLayouts/slideLayout6.xml><?xml version="1.0" encoding="utf-8"?>
<p:sldLayout xmlns:p="http://schemas.openxmlformats.org/presentationml/2006/main" type="twoTxTwoObj" preserve="1">
  <p:cSld name="比较">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AE5F530-B376-4338-8A6C-C97A57CA83C3}"/>
              </a:ext>
            </a:extLst>
          </p:cNvPr>
          <p:cNvSpPr>
            <a:spLocks xmlns:a="http://schemas.openxmlformats.org/drawingml/2006/main" noGrp="1"/>
          </p:cNvSpPr>
          <p:nvPr>
            <p:ph type="title" idx="0"/>
          </p:nvPr>
        </p:nvSpPr>
        <p:spPr>
          <a:xfrm xmlns:a="http://schemas.openxmlformats.org/drawingml/2006/main">
            <a:off x="629841" y="365128"/>
            <a:ext cx="7886700" cy="1325563"/>
          </a:xfrm>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Text Placeholder 2">
            <a:extLst xmlns:a="http://schemas.openxmlformats.org/drawingml/2006/main">
              <a:ext uri="{FF2B5EF4-FFF2-40B4-BE49-F238E27FC236}">
                <a16:creationId xmlns:a16="http://schemas.microsoft.com/office/drawing/2014/main" id="{56C58137-4F44-4B02-A7EF-0EC8F39092B4}"/>
              </a:ext>
            </a:extLst>
          </p:cNvPr>
          <p:cNvSpPr>
            <a:spLocks xmlns:a="http://schemas.openxmlformats.org/drawingml/2006/main" noGrp="1"/>
          </p:cNvSpPr>
          <p:nvPr>
            <p:ph type="body" idx="1"/>
          </p:nvPr>
        </p:nvSpPr>
        <p:spPr>
          <a:xfrm xmlns:a="http://schemas.openxmlformats.org/drawingml/2006/main">
            <a:off x="629842" y="1681163"/>
            <a:ext cx="3868340"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单击此处编辑母版文本样式</a:t>
            </a:r>
          </a:p>
        </p:txBody>
      </p:sp>
      <p:sp>
        <p:nvSpPr>
          <p:cNvPr id="4" name="Content Placeholder 3">
            <a:extLst xmlns:a="http://schemas.openxmlformats.org/drawingml/2006/main">
              <a:ext uri="{FF2B5EF4-FFF2-40B4-BE49-F238E27FC236}">
                <a16:creationId xmlns:a16="http://schemas.microsoft.com/office/drawing/2014/main" id="{77BC3595-C877-43DD-9005-E67219CE42DF}"/>
              </a:ext>
            </a:extLst>
          </p:cNvPr>
          <p:cNvSpPr>
            <a:spLocks xmlns:a="http://schemas.openxmlformats.org/drawingml/2006/main" noGrp="1"/>
          </p:cNvSpPr>
          <p:nvPr>
            <p:ph idx="2"/>
          </p:nvPr>
        </p:nvSpPr>
        <p:spPr>
          <a:xfrm xmlns:a="http://schemas.openxmlformats.org/drawingml/2006/main">
            <a:off x="629842" y="2505075"/>
            <a:ext cx="3868340" cy="368458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5" name="Text Placeholder 4">
            <a:extLst xmlns:a="http://schemas.openxmlformats.org/drawingml/2006/main">
              <a:ext uri="{FF2B5EF4-FFF2-40B4-BE49-F238E27FC236}">
                <a16:creationId xmlns:a16="http://schemas.microsoft.com/office/drawing/2014/main" id="{20B3C383-9841-47BF-A278-504380194C7E}"/>
              </a:ext>
            </a:extLst>
          </p:cNvPr>
          <p:cNvSpPr>
            <a:spLocks xmlns:a="http://schemas.openxmlformats.org/drawingml/2006/main" noGrp="1"/>
          </p:cNvSpPr>
          <p:nvPr>
            <p:ph type="body" idx="3"/>
          </p:nvPr>
        </p:nvSpPr>
        <p:spPr>
          <a:xfrm xmlns:a="http://schemas.openxmlformats.org/drawingml/2006/main">
            <a:off x="4629151" y="1681163"/>
            <a:ext cx="3887391"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单击此处编辑母版文本样式</a:t>
            </a:r>
          </a:p>
        </p:txBody>
      </p:sp>
      <p:sp>
        <p:nvSpPr>
          <p:cNvPr id="6" name="Content Placeholder 5">
            <a:extLst xmlns:a="http://schemas.openxmlformats.org/drawingml/2006/main">
              <a:ext uri="{FF2B5EF4-FFF2-40B4-BE49-F238E27FC236}">
                <a16:creationId xmlns:a16="http://schemas.microsoft.com/office/drawing/2014/main" id="{CEFAEC19-C02A-4DFF-8C9A-5957BCC6A3D7}"/>
              </a:ext>
            </a:extLst>
          </p:cNvPr>
          <p:cNvSpPr>
            <a:spLocks xmlns:a="http://schemas.openxmlformats.org/drawingml/2006/main" noGrp="1"/>
          </p:cNvSpPr>
          <p:nvPr>
            <p:ph idx="4"/>
          </p:nvPr>
        </p:nvSpPr>
        <p:spPr>
          <a:xfrm xmlns:a="http://schemas.openxmlformats.org/drawingml/2006/main">
            <a:off x="4629151" y="2505075"/>
            <a:ext cx="3887391" cy="368458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7" name="Date Placeholder 6">
            <a:extLst xmlns:a="http://schemas.openxmlformats.org/drawingml/2006/main">
              <a:ext uri="{FF2B5EF4-FFF2-40B4-BE49-F238E27FC236}">
                <a16:creationId xmlns:a16="http://schemas.microsoft.com/office/drawing/2014/main" id="{B17270FD-CA46-453F-B891-1CC5536E4D9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8" name="Footer Placeholder 7">
            <a:extLst xmlns:a="http://schemas.openxmlformats.org/drawingml/2006/main">
              <a:ext uri="{FF2B5EF4-FFF2-40B4-BE49-F238E27FC236}">
                <a16:creationId xmlns:a16="http://schemas.microsoft.com/office/drawing/2014/main" id="{A93B2E58-6CB2-4266-9E60-AE902A41582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9" name="Slide Number Placeholder 8">
            <a:extLst xmlns:a="http://schemas.openxmlformats.org/drawingml/2006/main">
              <a:ext uri="{FF2B5EF4-FFF2-40B4-BE49-F238E27FC236}">
                <a16:creationId xmlns:a16="http://schemas.microsoft.com/office/drawing/2014/main" id="{4056D5AD-B0A3-43BE-B55F-522BB8A1F18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defTabSz="685800">
              <a:buNone/>
            </a:pPr>
            <a:endParaRPr/>
          </a:p>
        </p:txBody>
      </p:sp>
    </p:spTree>
  </p:cSld>
</p:sldLayout>
</file>

<file path=ppt/slideLayouts/slideLayout7.xml><?xml version="1.0" encoding="utf-8"?>
<p:sldLayout xmlns:p="http://schemas.openxmlformats.org/presentationml/2006/main" type="titleOnly" preserve="1">
  <p:cSld name="仅标题">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D5F4DCA-6E3C-4F84-BFFD-41DA6FC6CBA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Date Placeholder 2">
            <a:extLst xmlns:a="http://schemas.openxmlformats.org/drawingml/2006/main">
              <a:ext uri="{FF2B5EF4-FFF2-40B4-BE49-F238E27FC236}">
                <a16:creationId xmlns:a16="http://schemas.microsoft.com/office/drawing/2014/main" id="{0D3202AD-062E-4DD5-94B1-3276ED75218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4" name="Footer Placeholder 3">
            <a:extLst xmlns:a="http://schemas.openxmlformats.org/drawingml/2006/main">
              <a:ext uri="{FF2B5EF4-FFF2-40B4-BE49-F238E27FC236}">
                <a16:creationId xmlns:a16="http://schemas.microsoft.com/office/drawing/2014/main" id="{8957D34B-883B-4A5B-B46A-61EED9B17DD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5" name="Slide Number Placeholder 4">
            <a:extLst xmlns:a="http://schemas.openxmlformats.org/drawingml/2006/main">
              <a:ext uri="{FF2B5EF4-FFF2-40B4-BE49-F238E27FC236}">
                <a16:creationId xmlns:a16="http://schemas.microsoft.com/office/drawing/2014/main" id="{2ACE5A5A-C188-4097-A0EB-9190F10485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defTabSz="685800">
              <a:buNone/>
            </a:pPr>
            <a:endParaRPr/>
          </a:p>
        </p:txBody>
      </p:sp>
    </p:spTree>
  </p:cSld>
</p:sldLayout>
</file>

<file path=ppt/slideLayouts/slideLayout8.xml><?xml version="1.0" encoding="utf-8"?>
<p:sldLayout xmlns:p="http://schemas.openxmlformats.org/presentationml/2006/main" type="blank" preserve="1">
  <p:cSld name="空白">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BF0432E-22E6-42C4-8F79-8968579FCA9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3" name="Footer Placeholder 2">
            <a:extLst xmlns:a="http://schemas.openxmlformats.org/drawingml/2006/main">
              <a:ext uri="{FF2B5EF4-FFF2-40B4-BE49-F238E27FC236}">
                <a16:creationId xmlns:a16="http://schemas.microsoft.com/office/drawing/2014/main" id="{03E3EB8F-B5E2-4A1A-8FBA-6648CF1B48D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4" name="Slide Number Placeholder 3">
            <a:extLst xmlns:a="http://schemas.openxmlformats.org/drawingml/2006/main">
              <a:ext uri="{FF2B5EF4-FFF2-40B4-BE49-F238E27FC236}">
                <a16:creationId xmlns:a16="http://schemas.microsoft.com/office/drawing/2014/main" id="{E5C53B8C-957A-4181-97F2-0D2A483042D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defTabSz="685800">
              <a:buNone/>
            </a:pPr>
            <a:endParaRPr/>
          </a:p>
        </p:txBody>
      </p:sp>
    </p:spTree>
  </p:cSld>
</p:sldLayout>
</file>

<file path=ppt/slideLayouts/slideLayout9.xml><?xml version="1.0" encoding="utf-8"?>
<p:sldLayout xmlns:p="http://schemas.openxmlformats.org/presentationml/2006/main" type="objTx" preserve="1">
  <p:cSld name="内容与标题">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F4D519E-74B2-4595-968F-4C732C62FA65}"/>
              </a:ext>
            </a:extLst>
          </p:cNvPr>
          <p:cNvSpPr>
            <a:spLocks xmlns:a="http://schemas.openxmlformats.org/drawingml/2006/main" noGrp="1"/>
          </p:cNvSpPr>
          <p:nvPr>
            <p:ph type="title" idx="0"/>
          </p:nvPr>
        </p:nvSpPr>
        <p:spPr>
          <a:xfrm xmlns:a="http://schemas.openxmlformats.org/drawingml/2006/main">
            <a:off x="629841" y="457200"/>
            <a:ext cx="2949178"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p>
        </p:txBody>
      </p:sp>
      <p:sp>
        <p:nvSpPr>
          <p:cNvPr id="3" name="Content Placeholder 2">
            <a:extLst xmlns:a="http://schemas.openxmlformats.org/drawingml/2006/main">
              <a:ext uri="{FF2B5EF4-FFF2-40B4-BE49-F238E27FC236}">
                <a16:creationId xmlns:a16="http://schemas.microsoft.com/office/drawing/2014/main" id="{E9520E0F-37CB-419D-BC4A-18A1B11AED0D}"/>
              </a:ext>
            </a:extLst>
          </p:cNvPr>
          <p:cNvSpPr>
            <a:spLocks xmlns:a="http://schemas.openxmlformats.org/drawingml/2006/main" noGrp="1"/>
          </p:cNvSpPr>
          <p:nvPr>
            <p:ph idx="1"/>
          </p:nvPr>
        </p:nvSpPr>
        <p:spPr>
          <a:xfrm xmlns:a="http://schemas.openxmlformats.org/drawingml/2006/main">
            <a:off x="3887391" y="987428"/>
            <a:ext cx="462915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Text Placeholder 3">
            <a:extLst xmlns:a="http://schemas.openxmlformats.org/drawingml/2006/main">
              <a:ext uri="{FF2B5EF4-FFF2-40B4-BE49-F238E27FC236}">
                <a16:creationId xmlns:a16="http://schemas.microsoft.com/office/drawing/2014/main" id="{BBC37072-24E9-405B-B3B4-E269ECB6A283}"/>
              </a:ext>
            </a:extLst>
          </p:cNvPr>
          <p:cNvSpPr>
            <a:spLocks xmlns:a="http://schemas.openxmlformats.org/drawingml/2006/main" noGrp="1"/>
          </p:cNvSpPr>
          <p:nvPr>
            <p:ph type="body" idx="2"/>
          </p:nvPr>
        </p:nvSpPr>
        <p:spPr>
          <a:xfrm xmlns:a="http://schemas.openxmlformats.org/drawingml/2006/main">
            <a:off x="629841" y="2057400"/>
            <a:ext cx="2949178"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Date Placeholder 4">
            <a:extLst xmlns:a="http://schemas.openxmlformats.org/drawingml/2006/main">
              <a:ext uri="{FF2B5EF4-FFF2-40B4-BE49-F238E27FC236}">
                <a16:creationId xmlns:a16="http://schemas.microsoft.com/office/drawing/2014/main" id="{EAA73262-786B-4584-BB59-CE013C84B85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6" name="Footer Placeholder 5">
            <a:extLst xmlns:a="http://schemas.openxmlformats.org/drawingml/2006/main">
              <a:ext uri="{FF2B5EF4-FFF2-40B4-BE49-F238E27FC236}">
                <a16:creationId xmlns:a16="http://schemas.microsoft.com/office/drawing/2014/main" id="{D147B778-ACF7-4161-A0F3-1E5EF89508A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7" name="Slide Number Placeholder 6">
            <a:extLst xmlns:a="http://schemas.openxmlformats.org/drawingml/2006/main">
              <a:ext uri="{FF2B5EF4-FFF2-40B4-BE49-F238E27FC236}">
                <a16:creationId xmlns:a16="http://schemas.microsoft.com/office/drawing/2014/main" id="{DF527B2B-58F2-4C17-B9DA-07A30C2860C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defTabSz="685800">
              <a:buNone/>
            </a:pPr>
            <a:endParaRPr/>
          </a:p>
        </p:txBody>
      </p:sp>
    </p:spTree>
  </p:cSld>
</p:sldLayout>
</file>

<file path=ppt/slideLayouts/slideLayout10.xml><?xml version="1.0" encoding="utf-8"?>
<p:sldLayout xmlns:p="http://schemas.openxmlformats.org/presentationml/2006/main" type="picTx" preserve="1">
  <p:cSld name="图片与标题">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CB789A-940E-4E55-84A5-629650E0491B}"/>
              </a:ext>
            </a:extLst>
          </p:cNvPr>
          <p:cNvSpPr>
            <a:spLocks xmlns:a="http://schemas.openxmlformats.org/drawingml/2006/main" noGrp="1"/>
          </p:cNvSpPr>
          <p:nvPr>
            <p:ph type="title" idx="0"/>
          </p:nvPr>
        </p:nvSpPr>
        <p:spPr>
          <a:xfrm xmlns:a="http://schemas.openxmlformats.org/drawingml/2006/main">
            <a:off x="629841" y="457200"/>
            <a:ext cx="2949178"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p>
        </p:txBody>
      </p:sp>
      <p:sp>
        <p:nvSpPr>
          <p:cNvPr id="3" name="Picture Placeholder 2">
            <a:extLst xmlns:a="http://schemas.openxmlformats.org/drawingml/2006/main">
              <a:ext uri="{FF2B5EF4-FFF2-40B4-BE49-F238E27FC236}">
                <a16:creationId xmlns:a16="http://schemas.microsoft.com/office/drawing/2014/main" id="{49563B13-F237-438F-99C1-AB70FED1227F}"/>
              </a:ext>
            </a:extLst>
          </p:cNvPr>
          <p:cNvSpPr>
            <a:spLocks xmlns:a="http://schemas.openxmlformats.org/drawingml/2006/main" noGrp="1"/>
          </p:cNvSpPr>
          <p:nvPr>
            <p:ph type="pic" idx="1"/>
          </p:nvPr>
        </p:nvSpPr>
        <p:spPr>
          <a:xfrm xmlns:a="http://schemas.openxmlformats.org/drawingml/2006/main">
            <a:off x="3887391" y="987428"/>
            <a:ext cx="4629150" cy="4873625"/>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单击图标添加图片</a:t>
            </a:r>
          </a:p>
        </p:txBody>
      </p:sp>
      <p:sp>
        <p:nvSpPr>
          <p:cNvPr id="4" name="Text Placeholder 3">
            <a:extLst xmlns:a="http://schemas.openxmlformats.org/drawingml/2006/main">
              <a:ext uri="{FF2B5EF4-FFF2-40B4-BE49-F238E27FC236}">
                <a16:creationId xmlns:a16="http://schemas.microsoft.com/office/drawing/2014/main" id="{442E36FC-0668-472E-B85C-77AF42205B63}"/>
              </a:ext>
            </a:extLst>
          </p:cNvPr>
          <p:cNvSpPr>
            <a:spLocks xmlns:a="http://schemas.openxmlformats.org/drawingml/2006/main" noGrp="1"/>
          </p:cNvSpPr>
          <p:nvPr>
            <p:ph type="body" idx="2"/>
          </p:nvPr>
        </p:nvSpPr>
        <p:spPr>
          <a:xfrm xmlns:a="http://schemas.openxmlformats.org/drawingml/2006/main">
            <a:off x="629841" y="2057400"/>
            <a:ext cx="2949178"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Date Placeholder 4">
            <a:extLst xmlns:a="http://schemas.openxmlformats.org/drawingml/2006/main">
              <a:ext uri="{FF2B5EF4-FFF2-40B4-BE49-F238E27FC236}">
                <a16:creationId xmlns:a16="http://schemas.microsoft.com/office/drawing/2014/main" id="{56CAF971-D756-405D-ADBE-401E8E1E4D8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6" name="Footer Placeholder 5">
            <a:extLst xmlns:a="http://schemas.openxmlformats.org/drawingml/2006/main">
              <a:ext uri="{FF2B5EF4-FFF2-40B4-BE49-F238E27FC236}">
                <a16:creationId xmlns:a16="http://schemas.microsoft.com/office/drawing/2014/main" id="{51739ACE-18B3-4291-B62A-2B2611B83C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7" name="Slide Number Placeholder 6">
            <a:extLst xmlns:a="http://schemas.openxmlformats.org/drawingml/2006/main">
              <a:ext uri="{FF2B5EF4-FFF2-40B4-BE49-F238E27FC236}">
                <a16:creationId xmlns:a16="http://schemas.microsoft.com/office/drawing/2014/main" id="{754CACB8-237F-4B3C-B1FE-BCAE178F754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defTabSz="685800">
              <a:buNone/>
            </a:pPr>
            <a:endParaRPr/>
          </a:p>
        </p:txBody>
      </p:sp>
    </p:spTree>
  </p:cSld>
</p:sldLayout>
</file>

<file path=ppt/slideLayouts/slideLayout11.xml><?xml version="1.0" encoding="utf-8"?>
<p:sldLayout xmlns:p="http://schemas.openxmlformats.org/presentationml/2006/main" type="vertTx" preserve="1">
  <p:cSld name="标题和竖排文字">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E400180-22EA-4750-AE9D-853DD1EC088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Vertical Text Placeholder 2">
            <a:extLst xmlns:a="http://schemas.openxmlformats.org/drawingml/2006/main">
              <a:ext uri="{FF2B5EF4-FFF2-40B4-BE49-F238E27FC236}">
                <a16:creationId xmlns:a16="http://schemas.microsoft.com/office/drawing/2014/main" id="{CB94E7BE-0524-43AE-B171-A09B3BE332F8}"/>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Date Placeholder 3">
            <a:extLst xmlns:a="http://schemas.openxmlformats.org/drawingml/2006/main">
              <a:ext uri="{FF2B5EF4-FFF2-40B4-BE49-F238E27FC236}">
                <a16:creationId xmlns:a16="http://schemas.microsoft.com/office/drawing/2014/main" id="{4D92B68C-8631-49F5-BCEB-1220D2AE428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5" name="Footer Placeholder 4">
            <a:extLst xmlns:a="http://schemas.openxmlformats.org/drawingml/2006/main">
              <a:ext uri="{FF2B5EF4-FFF2-40B4-BE49-F238E27FC236}">
                <a16:creationId xmlns:a16="http://schemas.microsoft.com/office/drawing/2014/main" id="{472E91D4-E566-48FB-80BB-6BE80CBA595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6" name="Slide Number Placeholder 5">
            <a:extLst xmlns:a="http://schemas.openxmlformats.org/drawingml/2006/main">
              <a:ext uri="{FF2B5EF4-FFF2-40B4-BE49-F238E27FC236}">
                <a16:creationId xmlns:a16="http://schemas.microsoft.com/office/drawing/2014/main" id="{19BAC782-1103-423A-927A-D5211C99713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defTabSz="685800">
              <a:buNone/>
            </a:pPr>
            <a:endParaRPr/>
          </a:p>
        </p:txBody>
      </p:sp>
    </p:spTree>
  </p:cSld>
</p:sldLayout>
</file>

<file path=ppt/slideLayouts/slideLayout12.xml><?xml version="1.0" encoding="utf-8"?>
<p:sldLayout xmlns:p="http://schemas.openxmlformats.org/presentationml/2006/main" type="vertTitleAndTx" preserve="1">
  <p:cSld name="竖排标题与文本">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E2EFE67-C55A-4EE6-9900-7BA301642D9C}"/>
              </a:ext>
            </a:extLst>
          </p:cNvPr>
          <p:cNvSpPr>
            <a:spLocks xmlns:a="http://schemas.openxmlformats.org/drawingml/2006/main" noGrp="1"/>
          </p:cNvSpPr>
          <p:nvPr>
            <p:ph type="title" idx="0"/>
          </p:nvPr>
        </p:nvSpPr>
        <p:spPr>
          <a:xfrm xmlns:a="http://schemas.openxmlformats.org/drawingml/2006/main">
            <a:off x="6543676" y="365125"/>
            <a:ext cx="1971675" cy="5811838"/>
          </a:xfrm>
        </p:spPr>
        <p:txBody>
          <a:bodyPr xmlns:a="http://schemas.openxmlformats.org/drawingml/2006/main" vert="eaVert"/>
          <a:lstStyle xmlns:a="http://schemas.openxmlformats.org/drawingml/2006/main"/>
          <a:p xmlns:a="http://schemas.openxmlformats.org/drawingml/2006/main">
            <a:r>
              <a:t>单击此处编辑母版标题样式</a:t>
            </a:r>
          </a:p>
        </p:txBody>
      </p:sp>
      <p:sp>
        <p:nvSpPr>
          <p:cNvPr id="3" name="Vertical Text Placeholder 2">
            <a:extLst xmlns:a="http://schemas.openxmlformats.org/drawingml/2006/main">
              <a:ext uri="{FF2B5EF4-FFF2-40B4-BE49-F238E27FC236}">
                <a16:creationId xmlns:a16="http://schemas.microsoft.com/office/drawing/2014/main" id="{4029E2A6-8DA7-44F1-B707-984CF5DA29FD}"/>
              </a:ext>
            </a:extLst>
          </p:cNvPr>
          <p:cNvSpPr>
            <a:spLocks xmlns:a="http://schemas.openxmlformats.org/drawingml/2006/main" noGrp="1"/>
          </p:cNvSpPr>
          <p:nvPr>
            <p:ph type="body" idx="1"/>
          </p:nvPr>
        </p:nvSpPr>
        <p:spPr>
          <a:xfrm xmlns:a="http://schemas.openxmlformats.org/drawingml/2006/main">
            <a:off x="628651" y="365125"/>
            <a:ext cx="5800725" cy="5811838"/>
          </a:xfrm>
        </p:spPr>
        <p:txBody>
          <a:bodyPr xmlns:a="http://schemas.openxmlformats.org/drawingml/2006/main" vert="eaVert"/>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Date Placeholder 3">
            <a:extLst xmlns:a="http://schemas.openxmlformats.org/drawingml/2006/main">
              <a:ext uri="{FF2B5EF4-FFF2-40B4-BE49-F238E27FC236}">
                <a16:creationId xmlns:a16="http://schemas.microsoft.com/office/drawing/2014/main" id="{1490E3BF-3362-40CA-BA01-654944CEBE4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5" name="Footer Placeholder 4">
            <a:extLst xmlns:a="http://schemas.openxmlformats.org/drawingml/2006/main">
              <a:ext uri="{FF2B5EF4-FFF2-40B4-BE49-F238E27FC236}">
                <a16:creationId xmlns:a16="http://schemas.microsoft.com/office/drawing/2014/main" id="{B1E5008D-8419-4275-819F-3B6BA0997DA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6" name="Slide Number Placeholder 5">
            <a:extLst xmlns:a="http://schemas.openxmlformats.org/drawingml/2006/main">
              <a:ext uri="{FF2B5EF4-FFF2-40B4-BE49-F238E27FC236}">
                <a16:creationId xmlns:a16="http://schemas.microsoft.com/office/drawing/2014/main" id="{6498E2B7-1515-4BC4-BD6E-890755EE739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defTabSz="685800">
              <a:buNone/>
            </a:pPr>
            <a:endParaRPr/>
          </a:p>
        </p:txBody>
      </p:sp>
    </p:spTree>
  </p:cSld>
  <p:hf sldNum="0" hdr="0" ftr="0" dt="0"/>
</p:sldLayout>
</file>

<file path=ppt/slideLayouts/slideLayout13.xml><?xml version="1.0" encoding="utf-8"?>
<p:sldLayout xmlns:p="http://schemas.openxmlformats.org/presentationml/2006/main" preserve="1" userDrawn="1">
  <p:cSld name="1_标题幻灯片">
    <p:bg>
      <p:bgPr>
        <a:solidFill xmlns:a="http://schemas.openxmlformats.org/drawingml/2006/main">
          <a:schemeClr val="bg1"/>
        </a:solidFill>
      </p:bgPr>
    </p:bg>
    <p:spTree>
      <p:nvGrpSpPr>
        <p:cNvPr id="1" name=""/>
        <p:cNvGrpSpPr/>
        <p:nvPr/>
      </p:nvGrpSpPr>
      <p:grpSpPr>
        <a:xfrm xmlns:a="http://schemas.openxmlformats.org/drawingml/2006/main"/>
      </p:grpSpPr>
      <p:pic>
        <p:nvPicPr>
          <p:cNvPr id="16" name="Picture 2"/>
          <p:cNvPicPr>
            <a:picLocks xmlns:a="http://schemas.openxmlformats.org/drawingml/2006/main" noChangeAspect="1"/>
          </p:cNvPicPr>
          <p:nvPr/>
        </p:nvPicPr>
        <p:blipFill>
          <a:blip xmlns:r="http://schemas.openxmlformats.org/officeDocument/2006/relationships" xmlns:a="http://schemas.openxmlformats.org/drawingml/2006/main" r:embed="R84123111baa14153"/>
          <a:stretch xmlns:a="http://schemas.openxmlformats.org/drawingml/2006/main">
            <a:fillRect l="0" t="0" r="0" b="0"/>
          </a:stretch>
        </p:blipFill>
        <p:spPr>
          <a:xfrm xmlns:a="http://schemas.openxmlformats.org/drawingml/2006/main">
            <a:off x="0" y="-33337"/>
            <a:ext cx="9144000" cy="1047750"/>
          </a:xfrm>
          <a:prstGeom xmlns:a="http://schemas.openxmlformats.org/drawingml/2006/main" prst="rect">
            <a:avLst/>
          </a:prstGeom>
          <a:ln xmlns:a="http://schemas.openxmlformats.org/drawingml/2006/main" w="9525">
            <a:noFill/>
          </a:ln>
        </p:spPr>
      </p:pic>
      <p:pic>
        <p:nvPicPr>
          <p:cNvPr id="17" name="Picture 4"/>
          <p:cNvPicPr>
            <a:picLocks xmlns:a="http://schemas.openxmlformats.org/drawingml/2006/main" noChangeAspect="1"/>
          </p:cNvPicPr>
          <p:nvPr/>
        </p:nvPicPr>
        <p:blipFill>
          <a:blip xmlns:r="http://schemas.openxmlformats.org/officeDocument/2006/relationships" xmlns:a="http://schemas.openxmlformats.org/drawingml/2006/main" r:embed="R690a921fba464878"/>
          <a:stretch xmlns:a="http://schemas.openxmlformats.org/drawingml/2006/main">
            <a:fillRect l="0" t="0" r="0" b="0"/>
          </a:stretch>
        </p:blipFill>
        <p:spPr>
          <a:xfrm xmlns:a="http://schemas.openxmlformats.org/drawingml/2006/main">
            <a:off x="8156977" y="68263"/>
            <a:ext cx="844153" cy="844550"/>
          </a:xfrm>
          <a:prstGeom xmlns:a="http://schemas.openxmlformats.org/drawingml/2006/main" prst="rect">
            <a:avLst/>
          </a:prstGeom>
          <a:ln xmlns:a="http://schemas.openxmlformats.org/drawingml/2006/main" w="9525">
            <a:noFill/>
          </a:ln>
        </p:spPr>
      </p:pic>
      <p:pic>
        <p:nvPicPr>
          <p:cNvPr id="18" name="Picture 3"/>
          <p:cNvPicPr>
            <a:picLocks xmlns:a="http://schemas.openxmlformats.org/drawingml/2006/main" noChangeAspect="1"/>
          </p:cNvPicPr>
          <p:nvPr/>
        </p:nvPicPr>
        <p:blipFill>
          <a:blip xmlns:r="http://schemas.openxmlformats.org/officeDocument/2006/relationships" xmlns:a="http://schemas.openxmlformats.org/drawingml/2006/main" r:embed="R937c85fa8c2a4a35"/>
          <a:stretch xmlns:a="http://schemas.openxmlformats.org/drawingml/2006/main">
            <a:fillRect l="0" t="0" r="0" b="0"/>
          </a:stretch>
        </p:blipFill>
        <p:spPr>
          <a:xfrm xmlns:a="http://schemas.openxmlformats.org/drawingml/2006/main">
            <a:off x="0" y="6724659"/>
            <a:ext cx="9144000" cy="180975"/>
          </a:xfrm>
          <a:prstGeom xmlns:a="http://schemas.openxmlformats.org/drawingml/2006/main" prst="rect">
            <a:avLst/>
          </a:prstGeom>
          <a:ln xmlns:a="http://schemas.openxmlformats.org/drawingml/2006/main" w="9525">
            <a:noFill/>
          </a:ln>
        </p:spPr>
      </p:pic>
      <p:sp>
        <p:nvSpPr>
          <p:cNvPr id="10" name="日期占位符 1">
            <a:extLst xmlns:a="http://schemas.openxmlformats.org/drawingml/2006/main">
              <a:ext uri="{FF2B5EF4-FFF2-40B4-BE49-F238E27FC236}">
                <a16:creationId xmlns:a16="http://schemas.microsoft.com/office/drawing/2014/main" id="{DDE6802C-6EE9-40C0-9BC1-1B16346588AB}"/>
              </a:ext>
            </a:extLst>
          </p:cNvPr>
          <p:cNvSpPr>
            <a:spLocks xmlns:a="http://schemas.openxmlformats.org/drawingml/2006/main" noGrp="1"/>
          </p:cNvSpPr>
          <p:nvPr>
            <p:ph type="dt" idx="2"/>
          </p:nvPr>
        </p:nvSpPr>
        <p:spPr>
          <a:xfrm xmlns:a="http://schemas.openxmlformats.org/drawingml/2006/main">
            <a:off x="457200" y="6356359"/>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buFontTx/>
              <a:buNone/>
              <a:defRPr sz="900">
                <a:solidFill>
                  <a:schemeClr val="tx1">
                    <a:tint val="75000"/>
                  </a:schemeClr>
                </a:solidFill>
                <a:latin typeface="+mn-lt"/>
                <a:ea typeface="+mn-lt"/>
                <a:cs typeface="+mn-lt"/>
              </a:defRPr>
            </a:lvl1pPr>
          </a:lstStyle>
          <a:p xmlns:a="http://schemas.openxmlformats.org/drawingml/2006/main">
            <a:pPr defTabSz="685800">
              <a:buNone/>
            </a:pPr>
            <a:endParaRPr/>
          </a:p>
        </p:txBody>
      </p:sp>
      <p:sp>
        <p:nvSpPr>
          <p:cNvPr id="11" name="页脚占位符 2">
            <a:extLst xmlns:a="http://schemas.openxmlformats.org/drawingml/2006/main">
              <a:ext uri="{FF2B5EF4-FFF2-40B4-BE49-F238E27FC236}">
                <a16:creationId xmlns:a16="http://schemas.microsoft.com/office/drawing/2014/main" id="{2294347D-0900-4EA6-A495-2060EA5E2FA3}"/>
              </a:ext>
            </a:extLst>
          </p:cNvPr>
          <p:cNvSpPr>
            <a:spLocks xmlns:a="http://schemas.openxmlformats.org/drawingml/2006/main" noGrp="1"/>
          </p:cNvSpPr>
          <p:nvPr>
            <p:ph type="ftr" idx="3"/>
          </p:nvPr>
        </p:nvSpPr>
        <p:spPr>
          <a:xfrm xmlns:a="http://schemas.openxmlformats.org/drawingml/2006/main">
            <a:off x="3124200" y="6356359"/>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buFontTx/>
              <a:buNone/>
              <a:defRPr sz="900">
                <a:solidFill>
                  <a:schemeClr val="tx1">
                    <a:tint val="75000"/>
                  </a:schemeClr>
                </a:solidFill>
                <a:latin typeface="Calibri"/>
                <a:ea typeface="Calibri"/>
                <a:cs typeface="Calibri"/>
              </a:defRPr>
            </a:lvl1pPr>
          </a:lstStyle>
          <a:p xmlns:a="http://schemas.openxmlformats.org/drawingml/2006/main">
            <a:pPr defTabSz="685800">
              <a:buNone/>
            </a:pPr>
            <a:endParaRPr/>
          </a:p>
        </p:txBody>
      </p:sp>
      <p:sp>
        <p:nvSpPr>
          <p:cNvPr id="12" name="灯片编号占位符 3">
            <a:extLst xmlns:a="http://schemas.openxmlformats.org/drawingml/2006/main">
              <a:ext uri="{FF2B5EF4-FFF2-40B4-BE49-F238E27FC236}">
                <a16:creationId xmlns:a16="http://schemas.microsoft.com/office/drawing/2014/main" id="{B7D7624A-E02E-4FAA-B239-994976A2D076}"/>
              </a:ext>
            </a:extLst>
          </p:cNvPr>
          <p:cNvSpPr>
            <a:spLocks xmlns:a="http://schemas.openxmlformats.org/drawingml/2006/main" noGrp="1"/>
          </p:cNvSpPr>
          <p:nvPr>
            <p:ph type="sldNum" idx="4"/>
          </p:nvPr>
        </p:nvSpPr>
        <p:spPr>
          <a:xfrm xmlns:a="http://schemas.openxmlformats.org/drawingml/2006/main">
            <a:off x="6553200" y="6356359"/>
            <a:ext cx="21336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900">
                <a:solidFill>
                  <a:srgbClr val="898989"/>
                </a:solidFill>
                <a:latin typeface="Calibri"/>
                <a:ea typeface="Calibri"/>
                <a:cs typeface="Calibri"/>
              </a:defRPr>
            </a:lvl1pPr>
          </a:lstStyle>
          <a:p xmlns:a="http://schemas.openxmlformats.org/drawingml/2006/main">
            <a:pPr defTabSz="685800">
              <a:buNone/>
            </a:pPr>
            <a:endParaRPr/>
          </a:p>
        </p:txBody>
      </p:sp>
    </p:spTree>
  </p:cSld>
  <p:hf sldNum="0" hdr="0" ftr="0"/>
</p:sldLayout>
</file>

<file path=ppt/slideLayouts/slideLayout14.xml><?xml version="1.0" encoding="utf-8"?>
<p:sldLayout xmlns:p="http://schemas.openxmlformats.org/presentationml/2006/main" type="title" preserve="1">
  <p:cSld name="标题幻灯片">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5E9013F-0754-44A2-9563-5DE2405762B6}"/>
              </a:ext>
            </a:extLst>
          </p:cNvPr>
          <p:cNvSpPr>
            <a:spLocks xmlns:a="http://schemas.openxmlformats.org/drawingml/2006/main" noGrp="1"/>
          </p:cNvSpPr>
          <p:nvPr>
            <p:ph type="ctrTitle" idx="0"/>
          </p:nvPr>
        </p:nvSpPr>
        <p:spPr>
          <a:xfrm xmlns:a="http://schemas.openxmlformats.org/drawingml/2006/main">
            <a:off x="685800" y="1122363"/>
            <a:ext cx="77724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单击此处编辑母版标题样式</a:t>
            </a:r>
          </a:p>
        </p:txBody>
      </p:sp>
      <p:sp>
        <p:nvSpPr>
          <p:cNvPr id="3" name="Subtitle 2">
            <a:extLst xmlns:a="http://schemas.openxmlformats.org/drawingml/2006/main">
              <a:ext uri="{FF2B5EF4-FFF2-40B4-BE49-F238E27FC236}">
                <a16:creationId xmlns:a16="http://schemas.microsoft.com/office/drawing/2014/main" id="{0EE1F0E5-2240-4A3D-8A5B-1315C191B841}"/>
              </a:ext>
            </a:extLst>
          </p:cNvPr>
          <p:cNvSpPr>
            <a:spLocks xmlns:a="http://schemas.openxmlformats.org/drawingml/2006/main" noGrp="1"/>
          </p:cNvSpPr>
          <p:nvPr>
            <p:ph type="subTitle" idx="1"/>
          </p:nvPr>
        </p:nvSpPr>
        <p:spPr>
          <a:xfrm xmlns:a="http://schemas.openxmlformats.org/drawingml/2006/main">
            <a:off x="1143000" y="3602038"/>
            <a:ext cx="6858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单击此处编辑母版副标题样式</a:t>
            </a:r>
          </a:p>
        </p:txBody>
      </p:sp>
      <p:sp>
        <p:nvSpPr>
          <p:cNvPr id="4" name="Date Placeholder 3">
            <a:extLst xmlns:a="http://schemas.openxmlformats.org/drawingml/2006/main">
              <a:ext uri="{FF2B5EF4-FFF2-40B4-BE49-F238E27FC236}">
                <a16:creationId xmlns:a16="http://schemas.microsoft.com/office/drawing/2014/main" id="{AFB233AD-119A-40AD-830F-CBC1257015E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5" name="Footer Placeholder 4">
            <a:extLst xmlns:a="http://schemas.openxmlformats.org/drawingml/2006/main">
              <a:ext uri="{FF2B5EF4-FFF2-40B4-BE49-F238E27FC236}">
                <a16:creationId xmlns:a16="http://schemas.microsoft.com/office/drawing/2014/main" id="{AC9BCE6C-5992-43EF-9635-06F252684F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6" name="Slide Number Placeholder 5">
            <a:extLst xmlns:a="http://schemas.openxmlformats.org/drawingml/2006/main">
              <a:ext uri="{FF2B5EF4-FFF2-40B4-BE49-F238E27FC236}">
                <a16:creationId xmlns:a16="http://schemas.microsoft.com/office/drawing/2014/main" id="{4F23E8DD-C6F0-42AB-9AD8-63B010794D6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defTabSz="685800">
              <a:buNone/>
            </a:pPr>
            <a:endParaRPr/>
          </a:p>
        </p:txBody>
      </p:sp>
    </p:spTree>
  </p:cSld>
  <p:hf sldNum="0" hdr="0" ftr="0" dt="0"/>
</p:sldLayout>
</file>

<file path=ppt/slideLayouts/slideLayout15.xml><?xml version="1.0" encoding="utf-8"?>
<p:sldLayout xmlns:p="http://schemas.openxmlformats.org/presentationml/2006/main" type="obj" preserve="1">
  <p:cSld name="标题和内容">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44ECF04-8CCA-44D4-AE47-2D442C56AB1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Content Placeholder 2">
            <a:extLst xmlns:a="http://schemas.openxmlformats.org/drawingml/2006/main">
              <a:ext uri="{FF2B5EF4-FFF2-40B4-BE49-F238E27FC236}">
                <a16:creationId xmlns:a16="http://schemas.microsoft.com/office/drawing/2014/main" id="{63970085-FECC-4920-90D8-0BA347BD6EC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Date Placeholder 3">
            <a:extLst xmlns:a="http://schemas.openxmlformats.org/drawingml/2006/main">
              <a:ext uri="{FF2B5EF4-FFF2-40B4-BE49-F238E27FC236}">
                <a16:creationId xmlns:a16="http://schemas.microsoft.com/office/drawing/2014/main" id="{EA60C9E0-E3D8-4433-B767-F4D6915FE3C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5" name="Footer Placeholder 4">
            <a:extLst xmlns:a="http://schemas.openxmlformats.org/drawingml/2006/main">
              <a:ext uri="{FF2B5EF4-FFF2-40B4-BE49-F238E27FC236}">
                <a16:creationId xmlns:a16="http://schemas.microsoft.com/office/drawing/2014/main" id="{02393840-25BD-4600-89C4-2B746D4F4B3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6" name="Slide Number Placeholder 5">
            <a:extLst xmlns:a="http://schemas.openxmlformats.org/drawingml/2006/main">
              <a:ext uri="{FF2B5EF4-FFF2-40B4-BE49-F238E27FC236}">
                <a16:creationId xmlns:a16="http://schemas.microsoft.com/office/drawing/2014/main" id="{349B0688-416A-4E19-BE10-426872B6B0C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defTabSz="685800">
              <a:buNone/>
            </a:pPr>
            <a:endParaRPr/>
          </a:p>
        </p:txBody>
      </p:sp>
    </p:spTree>
  </p:cSld>
</p:sldLayout>
</file>

<file path=ppt/slideLayouts/slideLayout16.xml><?xml version="1.0" encoding="utf-8"?>
<p:sldLayout xmlns:p="http://schemas.openxmlformats.org/presentationml/2006/main" type="secHead" preserve="1">
  <p:cSld name="节标题">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8071551-079A-409B-9AC5-EDAF4E8EB1E2}"/>
              </a:ext>
            </a:extLst>
          </p:cNvPr>
          <p:cNvSpPr>
            <a:spLocks xmlns:a="http://schemas.openxmlformats.org/drawingml/2006/main" noGrp="1"/>
          </p:cNvSpPr>
          <p:nvPr>
            <p:ph type="title" idx="0"/>
          </p:nvPr>
        </p:nvSpPr>
        <p:spPr>
          <a:xfrm xmlns:a="http://schemas.openxmlformats.org/drawingml/2006/main">
            <a:off x="623888" y="1709741"/>
            <a:ext cx="7886700" cy="2852737"/>
          </a:xfrm>
        </p:spPr>
        <p:txBody>
          <a:bodyPr xmlns:a="http://schemas.openxmlformats.org/drawingml/2006/main" anchor="b"/>
          <a:lstStyle xmlns:a="http://schemas.openxmlformats.org/drawingml/2006/main">
            <a:lvl1pPr>
              <a:buNone/>
              <a:defRPr sz="6000"/>
            </a:lvl1pPr>
          </a:lstStyle>
          <a:p xmlns:a="http://schemas.openxmlformats.org/drawingml/2006/main">
            <a:r>
              <a:t>单击此处编辑母版标题样式</a:t>
            </a:r>
          </a:p>
        </p:txBody>
      </p:sp>
      <p:sp>
        <p:nvSpPr>
          <p:cNvPr id="3" name="Text Placeholder 2">
            <a:extLst xmlns:a="http://schemas.openxmlformats.org/drawingml/2006/main">
              <a:ext uri="{FF2B5EF4-FFF2-40B4-BE49-F238E27FC236}">
                <a16:creationId xmlns:a16="http://schemas.microsoft.com/office/drawing/2014/main" id="{5BCEC90D-8270-4DFE-BA0E-270C9640EA19}"/>
              </a:ext>
            </a:extLst>
          </p:cNvPr>
          <p:cNvSpPr>
            <a:spLocks xmlns:a="http://schemas.openxmlformats.org/drawingml/2006/main" noGrp="1"/>
          </p:cNvSpPr>
          <p:nvPr>
            <p:ph type="body" idx="1"/>
          </p:nvPr>
        </p:nvSpPr>
        <p:spPr>
          <a:xfrm xmlns:a="http://schemas.openxmlformats.org/drawingml/2006/main">
            <a:off x="623888" y="4589466"/>
            <a:ext cx="7886700" cy="1500187"/>
          </a:xfrm>
        </p:spPr>
        <p:txBody>
          <a:bodyPr xmlns:a="http://schemas.openxmlformats.org/drawingml/2006/main"/>
          <a:lstStyle xmlns:a="http://schemas.openxmlformats.org/drawingml/2006/main">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单击此处编辑母版文本样式</a:t>
            </a:r>
          </a:p>
        </p:txBody>
      </p:sp>
      <p:sp>
        <p:nvSpPr>
          <p:cNvPr id="4" name="Date Placeholder 3">
            <a:extLst xmlns:a="http://schemas.openxmlformats.org/drawingml/2006/main">
              <a:ext uri="{FF2B5EF4-FFF2-40B4-BE49-F238E27FC236}">
                <a16:creationId xmlns:a16="http://schemas.microsoft.com/office/drawing/2014/main" id="{B0C65DF2-FA91-4CD4-8ABC-8C03B6CD40C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5" name="Footer Placeholder 4">
            <a:extLst xmlns:a="http://schemas.openxmlformats.org/drawingml/2006/main">
              <a:ext uri="{FF2B5EF4-FFF2-40B4-BE49-F238E27FC236}">
                <a16:creationId xmlns:a16="http://schemas.microsoft.com/office/drawing/2014/main" id="{EDDDEA19-5D93-4B24-B975-1FD59C5C7E4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6" name="Slide Number Placeholder 5">
            <a:extLst xmlns:a="http://schemas.openxmlformats.org/drawingml/2006/main">
              <a:ext uri="{FF2B5EF4-FFF2-40B4-BE49-F238E27FC236}">
                <a16:creationId xmlns:a16="http://schemas.microsoft.com/office/drawing/2014/main" id="{294EE6A5-DF8A-46CE-BF66-E495781721F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defTabSz="685800">
              <a:buNone/>
            </a:pPr>
            <a:endParaRPr/>
          </a:p>
        </p:txBody>
      </p:sp>
    </p:spTree>
  </p:cSld>
</p:sldLayout>
</file>

<file path=ppt/slideLayouts/slideLayout17.xml><?xml version="1.0" encoding="utf-8"?>
<p:sldLayout xmlns:p="http://schemas.openxmlformats.org/presentationml/2006/main" type="twoObj" preserve="1">
  <p:cSld name="两栏内容">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07CE186-5BE5-4957-AD34-358D27EAA47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Content Placeholder 2">
            <a:extLst xmlns:a="http://schemas.openxmlformats.org/drawingml/2006/main">
              <a:ext uri="{FF2B5EF4-FFF2-40B4-BE49-F238E27FC236}">
                <a16:creationId xmlns:a16="http://schemas.microsoft.com/office/drawing/2014/main" id="{F01EA0EC-2C92-4E91-A41E-1A80BE802443}"/>
              </a:ext>
            </a:extLst>
          </p:cNvPr>
          <p:cNvSpPr>
            <a:spLocks xmlns:a="http://schemas.openxmlformats.org/drawingml/2006/main" noGrp="1"/>
          </p:cNvSpPr>
          <p:nvPr>
            <p:ph idx="1"/>
          </p:nvPr>
        </p:nvSpPr>
        <p:spPr>
          <a:xfrm xmlns:a="http://schemas.openxmlformats.org/drawingml/2006/main">
            <a:off x="628650" y="1825625"/>
            <a:ext cx="38862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Content Placeholder 3">
            <a:extLst xmlns:a="http://schemas.openxmlformats.org/drawingml/2006/main">
              <a:ext uri="{FF2B5EF4-FFF2-40B4-BE49-F238E27FC236}">
                <a16:creationId xmlns:a16="http://schemas.microsoft.com/office/drawing/2014/main" id="{671CA437-0AD7-480B-87C8-2459E93E0BE2}"/>
              </a:ext>
            </a:extLst>
          </p:cNvPr>
          <p:cNvSpPr>
            <a:spLocks xmlns:a="http://schemas.openxmlformats.org/drawingml/2006/main" noGrp="1"/>
          </p:cNvSpPr>
          <p:nvPr>
            <p:ph idx="2"/>
          </p:nvPr>
        </p:nvSpPr>
        <p:spPr>
          <a:xfrm xmlns:a="http://schemas.openxmlformats.org/drawingml/2006/main">
            <a:off x="4629150" y="1825625"/>
            <a:ext cx="38862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5" name="Date Placeholder 4">
            <a:extLst xmlns:a="http://schemas.openxmlformats.org/drawingml/2006/main">
              <a:ext uri="{FF2B5EF4-FFF2-40B4-BE49-F238E27FC236}">
                <a16:creationId xmlns:a16="http://schemas.microsoft.com/office/drawing/2014/main" id="{12674524-1955-4541-8835-7E0E1D9C37D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6" name="Footer Placeholder 5">
            <a:extLst xmlns:a="http://schemas.openxmlformats.org/drawingml/2006/main">
              <a:ext uri="{FF2B5EF4-FFF2-40B4-BE49-F238E27FC236}">
                <a16:creationId xmlns:a16="http://schemas.microsoft.com/office/drawing/2014/main" id="{8EB42C0C-9724-4A79-8B7C-28676029400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7" name="Slide Number Placeholder 6">
            <a:extLst xmlns:a="http://schemas.openxmlformats.org/drawingml/2006/main">
              <a:ext uri="{FF2B5EF4-FFF2-40B4-BE49-F238E27FC236}">
                <a16:creationId xmlns:a16="http://schemas.microsoft.com/office/drawing/2014/main" id="{0D0C5161-5FF2-439C-A370-CBFEE8135A3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defTabSz="685800">
              <a:buNone/>
            </a:pPr>
            <a:endParaRPr/>
          </a:p>
        </p:txBody>
      </p:sp>
    </p:spTree>
  </p:cSld>
</p:sldLayout>
</file>

<file path=ppt/slideLayouts/slideLayout18.xml><?xml version="1.0" encoding="utf-8"?>
<p:sldLayout xmlns:p="http://schemas.openxmlformats.org/presentationml/2006/main" type="twoTxTwoObj" preserve="1">
  <p:cSld name="比较">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C3A5E8D-F5D1-4430-8043-6289AAE53854}"/>
              </a:ext>
            </a:extLst>
          </p:cNvPr>
          <p:cNvSpPr>
            <a:spLocks xmlns:a="http://schemas.openxmlformats.org/drawingml/2006/main" noGrp="1"/>
          </p:cNvSpPr>
          <p:nvPr>
            <p:ph type="title" idx="0"/>
          </p:nvPr>
        </p:nvSpPr>
        <p:spPr>
          <a:xfrm xmlns:a="http://schemas.openxmlformats.org/drawingml/2006/main">
            <a:off x="629841" y="365128"/>
            <a:ext cx="7886700" cy="1325563"/>
          </a:xfrm>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Text Placeholder 2">
            <a:extLst xmlns:a="http://schemas.openxmlformats.org/drawingml/2006/main">
              <a:ext uri="{FF2B5EF4-FFF2-40B4-BE49-F238E27FC236}">
                <a16:creationId xmlns:a16="http://schemas.microsoft.com/office/drawing/2014/main" id="{B155D738-1A8A-4C8F-A4C6-2D88BE47DD0C}"/>
              </a:ext>
            </a:extLst>
          </p:cNvPr>
          <p:cNvSpPr>
            <a:spLocks xmlns:a="http://schemas.openxmlformats.org/drawingml/2006/main" noGrp="1"/>
          </p:cNvSpPr>
          <p:nvPr>
            <p:ph type="body" idx="1"/>
          </p:nvPr>
        </p:nvSpPr>
        <p:spPr>
          <a:xfrm xmlns:a="http://schemas.openxmlformats.org/drawingml/2006/main">
            <a:off x="629842" y="1681163"/>
            <a:ext cx="3868340"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单击此处编辑母版文本样式</a:t>
            </a:r>
          </a:p>
        </p:txBody>
      </p:sp>
      <p:sp>
        <p:nvSpPr>
          <p:cNvPr id="4" name="Content Placeholder 3">
            <a:extLst xmlns:a="http://schemas.openxmlformats.org/drawingml/2006/main">
              <a:ext uri="{FF2B5EF4-FFF2-40B4-BE49-F238E27FC236}">
                <a16:creationId xmlns:a16="http://schemas.microsoft.com/office/drawing/2014/main" id="{84472740-FFCE-4342-B854-B9DB953E8518}"/>
              </a:ext>
            </a:extLst>
          </p:cNvPr>
          <p:cNvSpPr>
            <a:spLocks xmlns:a="http://schemas.openxmlformats.org/drawingml/2006/main" noGrp="1"/>
          </p:cNvSpPr>
          <p:nvPr>
            <p:ph idx="2"/>
          </p:nvPr>
        </p:nvSpPr>
        <p:spPr>
          <a:xfrm xmlns:a="http://schemas.openxmlformats.org/drawingml/2006/main">
            <a:off x="629842" y="2505075"/>
            <a:ext cx="3868340" cy="368458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5" name="Text Placeholder 4">
            <a:extLst xmlns:a="http://schemas.openxmlformats.org/drawingml/2006/main">
              <a:ext uri="{FF2B5EF4-FFF2-40B4-BE49-F238E27FC236}">
                <a16:creationId xmlns:a16="http://schemas.microsoft.com/office/drawing/2014/main" id="{42681F78-46C4-45BC-9D09-BA5D8FA1A489}"/>
              </a:ext>
            </a:extLst>
          </p:cNvPr>
          <p:cNvSpPr>
            <a:spLocks xmlns:a="http://schemas.openxmlformats.org/drawingml/2006/main" noGrp="1"/>
          </p:cNvSpPr>
          <p:nvPr>
            <p:ph type="body" idx="3"/>
          </p:nvPr>
        </p:nvSpPr>
        <p:spPr>
          <a:xfrm xmlns:a="http://schemas.openxmlformats.org/drawingml/2006/main">
            <a:off x="4629151" y="1681163"/>
            <a:ext cx="3887391"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单击此处编辑母版文本样式</a:t>
            </a:r>
          </a:p>
        </p:txBody>
      </p:sp>
      <p:sp>
        <p:nvSpPr>
          <p:cNvPr id="6" name="Content Placeholder 5">
            <a:extLst xmlns:a="http://schemas.openxmlformats.org/drawingml/2006/main">
              <a:ext uri="{FF2B5EF4-FFF2-40B4-BE49-F238E27FC236}">
                <a16:creationId xmlns:a16="http://schemas.microsoft.com/office/drawing/2014/main" id="{D3F51465-F013-45AF-A22D-A5D863F4D83E}"/>
              </a:ext>
            </a:extLst>
          </p:cNvPr>
          <p:cNvSpPr>
            <a:spLocks xmlns:a="http://schemas.openxmlformats.org/drawingml/2006/main" noGrp="1"/>
          </p:cNvSpPr>
          <p:nvPr>
            <p:ph idx="4"/>
          </p:nvPr>
        </p:nvSpPr>
        <p:spPr>
          <a:xfrm xmlns:a="http://schemas.openxmlformats.org/drawingml/2006/main">
            <a:off x="4629151" y="2505075"/>
            <a:ext cx="3887391" cy="368458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7" name="Date Placeholder 6">
            <a:extLst xmlns:a="http://schemas.openxmlformats.org/drawingml/2006/main">
              <a:ext uri="{FF2B5EF4-FFF2-40B4-BE49-F238E27FC236}">
                <a16:creationId xmlns:a16="http://schemas.microsoft.com/office/drawing/2014/main" id="{61A01D35-9DEF-4202-8B44-95F3620BE85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8" name="Footer Placeholder 7">
            <a:extLst xmlns:a="http://schemas.openxmlformats.org/drawingml/2006/main">
              <a:ext uri="{FF2B5EF4-FFF2-40B4-BE49-F238E27FC236}">
                <a16:creationId xmlns:a16="http://schemas.microsoft.com/office/drawing/2014/main" id="{BA2147F2-138C-4C7F-A392-0968395186B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9" name="Slide Number Placeholder 8">
            <a:extLst xmlns:a="http://schemas.openxmlformats.org/drawingml/2006/main">
              <a:ext uri="{FF2B5EF4-FFF2-40B4-BE49-F238E27FC236}">
                <a16:creationId xmlns:a16="http://schemas.microsoft.com/office/drawing/2014/main" id="{62336F35-0B94-4463-88AB-A18827EC75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defTabSz="685800">
              <a:buNone/>
            </a:pPr>
            <a:endParaRPr/>
          </a:p>
        </p:txBody>
      </p:sp>
    </p:spTree>
  </p:cSld>
</p:sldLayout>
</file>

<file path=ppt/slideLayouts/slideLayout19.xml><?xml version="1.0" encoding="utf-8"?>
<p:sldLayout xmlns:p="http://schemas.openxmlformats.org/presentationml/2006/main" type="titleOnly" preserve="1">
  <p:cSld name="仅标题">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BE59F87-4149-4815-8966-9C4F3485723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Date Placeholder 2">
            <a:extLst xmlns:a="http://schemas.openxmlformats.org/drawingml/2006/main">
              <a:ext uri="{FF2B5EF4-FFF2-40B4-BE49-F238E27FC236}">
                <a16:creationId xmlns:a16="http://schemas.microsoft.com/office/drawing/2014/main" id="{E107C0CA-5C70-4857-8A36-6E6E491EB1A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4" name="Footer Placeholder 3">
            <a:extLst xmlns:a="http://schemas.openxmlformats.org/drawingml/2006/main">
              <a:ext uri="{FF2B5EF4-FFF2-40B4-BE49-F238E27FC236}">
                <a16:creationId xmlns:a16="http://schemas.microsoft.com/office/drawing/2014/main" id="{4631761D-B94F-478B-8886-F65215C7362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5" name="Slide Number Placeholder 4">
            <a:extLst xmlns:a="http://schemas.openxmlformats.org/drawingml/2006/main">
              <a:ext uri="{FF2B5EF4-FFF2-40B4-BE49-F238E27FC236}">
                <a16:creationId xmlns:a16="http://schemas.microsoft.com/office/drawing/2014/main" id="{2BD7510B-2002-4932-A033-ABD416BB5F6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defTabSz="685800">
              <a:buNone/>
            </a:pPr>
            <a:endParaRPr/>
          </a:p>
        </p:txBody>
      </p:sp>
    </p:spTree>
  </p:cSld>
</p:sldLayout>
</file>

<file path=ppt/slideLayouts/slideLayout20.xml><?xml version="1.0" encoding="utf-8"?>
<p:sldLayout xmlns:p="http://schemas.openxmlformats.org/presentationml/2006/main" type="blank" preserve="1">
  <p:cSld name="空白">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34ED83FF-EFE5-4ACA-8C6C-773BBE4C44A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3" name="Footer Placeholder 2">
            <a:extLst xmlns:a="http://schemas.openxmlformats.org/drawingml/2006/main">
              <a:ext uri="{FF2B5EF4-FFF2-40B4-BE49-F238E27FC236}">
                <a16:creationId xmlns:a16="http://schemas.microsoft.com/office/drawing/2014/main" id="{897C1CA5-4C2D-41DD-887E-4F39997F522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4" name="Slide Number Placeholder 3">
            <a:extLst xmlns:a="http://schemas.openxmlformats.org/drawingml/2006/main">
              <a:ext uri="{FF2B5EF4-FFF2-40B4-BE49-F238E27FC236}">
                <a16:creationId xmlns:a16="http://schemas.microsoft.com/office/drawing/2014/main" id="{426F21B8-ED43-4866-8F7B-9CFD9C6FF14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defTabSz="685800">
              <a:buNone/>
            </a:pPr>
            <a:endParaRPr/>
          </a:p>
        </p:txBody>
      </p:sp>
    </p:spTree>
  </p:cSld>
</p:sldLayout>
</file>

<file path=ppt/slideLayouts/slideLayout21.xml><?xml version="1.0" encoding="utf-8"?>
<p:sldLayout xmlns:p="http://schemas.openxmlformats.org/presentationml/2006/main" type="objTx" preserve="1">
  <p:cSld name="内容与标题">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4F499E-67BE-4A04-856A-E047C08CC270}"/>
              </a:ext>
            </a:extLst>
          </p:cNvPr>
          <p:cNvSpPr>
            <a:spLocks xmlns:a="http://schemas.openxmlformats.org/drawingml/2006/main" noGrp="1"/>
          </p:cNvSpPr>
          <p:nvPr>
            <p:ph type="title" idx="0"/>
          </p:nvPr>
        </p:nvSpPr>
        <p:spPr>
          <a:xfrm xmlns:a="http://schemas.openxmlformats.org/drawingml/2006/main">
            <a:off x="629841" y="457200"/>
            <a:ext cx="2949178"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p>
        </p:txBody>
      </p:sp>
      <p:sp>
        <p:nvSpPr>
          <p:cNvPr id="3" name="Content Placeholder 2">
            <a:extLst xmlns:a="http://schemas.openxmlformats.org/drawingml/2006/main">
              <a:ext uri="{FF2B5EF4-FFF2-40B4-BE49-F238E27FC236}">
                <a16:creationId xmlns:a16="http://schemas.microsoft.com/office/drawing/2014/main" id="{91888D83-2965-49EA-83D0-729F40AEFCB2}"/>
              </a:ext>
            </a:extLst>
          </p:cNvPr>
          <p:cNvSpPr>
            <a:spLocks xmlns:a="http://schemas.openxmlformats.org/drawingml/2006/main" noGrp="1"/>
          </p:cNvSpPr>
          <p:nvPr>
            <p:ph idx="1"/>
          </p:nvPr>
        </p:nvSpPr>
        <p:spPr>
          <a:xfrm xmlns:a="http://schemas.openxmlformats.org/drawingml/2006/main">
            <a:off x="3887391" y="987428"/>
            <a:ext cx="462915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Text Placeholder 3">
            <a:extLst xmlns:a="http://schemas.openxmlformats.org/drawingml/2006/main">
              <a:ext uri="{FF2B5EF4-FFF2-40B4-BE49-F238E27FC236}">
                <a16:creationId xmlns:a16="http://schemas.microsoft.com/office/drawing/2014/main" id="{ADEC3DF9-533E-46E9-BE7F-BA5F44A68BE3}"/>
              </a:ext>
            </a:extLst>
          </p:cNvPr>
          <p:cNvSpPr>
            <a:spLocks xmlns:a="http://schemas.openxmlformats.org/drawingml/2006/main" noGrp="1"/>
          </p:cNvSpPr>
          <p:nvPr>
            <p:ph type="body" idx="2"/>
          </p:nvPr>
        </p:nvSpPr>
        <p:spPr>
          <a:xfrm xmlns:a="http://schemas.openxmlformats.org/drawingml/2006/main">
            <a:off x="629841" y="2057400"/>
            <a:ext cx="2949178"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Date Placeholder 4">
            <a:extLst xmlns:a="http://schemas.openxmlformats.org/drawingml/2006/main">
              <a:ext uri="{FF2B5EF4-FFF2-40B4-BE49-F238E27FC236}">
                <a16:creationId xmlns:a16="http://schemas.microsoft.com/office/drawing/2014/main" id="{B6E1304F-D92A-494E-9296-E71DAA6A013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6" name="Footer Placeholder 5">
            <a:extLst xmlns:a="http://schemas.openxmlformats.org/drawingml/2006/main">
              <a:ext uri="{FF2B5EF4-FFF2-40B4-BE49-F238E27FC236}">
                <a16:creationId xmlns:a16="http://schemas.microsoft.com/office/drawing/2014/main" id="{FA101D47-16BA-4493-B54F-D3874CEB5D2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7" name="Slide Number Placeholder 6">
            <a:extLst xmlns:a="http://schemas.openxmlformats.org/drawingml/2006/main">
              <a:ext uri="{FF2B5EF4-FFF2-40B4-BE49-F238E27FC236}">
                <a16:creationId xmlns:a16="http://schemas.microsoft.com/office/drawing/2014/main" id="{B9B538A1-E7B9-4ACE-9FD5-E9A84B1BB8B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defTabSz="685800">
              <a:buNone/>
            </a:pPr>
            <a:endParaRPr/>
          </a:p>
        </p:txBody>
      </p:sp>
    </p:spTree>
  </p:cSld>
</p:sldLayout>
</file>

<file path=ppt/slideLayouts/slideLayout22.xml><?xml version="1.0" encoding="utf-8"?>
<p:sldLayout xmlns:p="http://schemas.openxmlformats.org/presentationml/2006/main" type="picTx" preserve="1">
  <p:cSld name="图片与标题">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9AE6AA3-C3C0-4E61-AB72-08B394533A07}"/>
              </a:ext>
            </a:extLst>
          </p:cNvPr>
          <p:cNvSpPr>
            <a:spLocks xmlns:a="http://schemas.openxmlformats.org/drawingml/2006/main" noGrp="1"/>
          </p:cNvSpPr>
          <p:nvPr>
            <p:ph type="title" idx="0"/>
          </p:nvPr>
        </p:nvSpPr>
        <p:spPr>
          <a:xfrm xmlns:a="http://schemas.openxmlformats.org/drawingml/2006/main">
            <a:off x="629841" y="457200"/>
            <a:ext cx="2949178"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p>
        </p:txBody>
      </p:sp>
      <p:sp>
        <p:nvSpPr>
          <p:cNvPr id="3" name="Picture Placeholder 2">
            <a:extLst xmlns:a="http://schemas.openxmlformats.org/drawingml/2006/main">
              <a:ext uri="{FF2B5EF4-FFF2-40B4-BE49-F238E27FC236}">
                <a16:creationId xmlns:a16="http://schemas.microsoft.com/office/drawing/2014/main" id="{D7D03A08-DA2C-4D42-8639-8869EB3C8CEA}"/>
              </a:ext>
            </a:extLst>
          </p:cNvPr>
          <p:cNvSpPr>
            <a:spLocks xmlns:a="http://schemas.openxmlformats.org/drawingml/2006/main" noGrp="1"/>
          </p:cNvSpPr>
          <p:nvPr>
            <p:ph type="pic" idx="1"/>
          </p:nvPr>
        </p:nvSpPr>
        <p:spPr>
          <a:xfrm xmlns:a="http://schemas.openxmlformats.org/drawingml/2006/main">
            <a:off x="3887391" y="987428"/>
            <a:ext cx="4629150" cy="4873625"/>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单击图标添加图片</a:t>
            </a:r>
          </a:p>
        </p:txBody>
      </p:sp>
      <p:sp>
        <p:nvSpPr>
          <p:cNvPr id="4" name="Text Placeholder 3">
            <a:extLst xmlns:a="http://schemas.openxmlformats.org/drawingml/2006/main">
              <a:ext uri="{FF2B5EF4-FFF2-40B4-BE49-F238E27FC236}">
                <a16:creationId xmlns:a16="http://schemas.microsoft.com/office/drawing/2014/main" id="{8BF06A68-B7DB-48F1-9DD5-9492245B8332}"/>
              </a:ext>
            </a:extLst>
          </p:cNvPr>
          <p:cNvSpPr>
            <a:spLocks xmlns:a="http://schemas.openxmlformats.org/drawingml/2006/main" noGrp="1"/>
          </p:cNvSpPr>
          <p:nvPr>
            <p:ph type="body" idx="2"/>
          </p:nvPr>
        </p:nvSpPr>
        <p:spPr>
          <a:xfrm xmlns:a="http://schemas.openxmlformats.org/drawingml/2006/main">
            <a:off x="629841" y="2057400"/>
            <a:ext cx="2949178"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Date Placeholder 4">
            <a:extLst xmlns:a="http://schemas.openxmlformats.org/drawingml/2006/main">
              <a:ext uri="{FF2B5EF4-FFF2-40B4-BE49-F238E27FC236}">
                <a16:creationId xmlns:a16="http://schemas.microsoft.com/office/drawing/2014/main" id="{BD847F7C-34C9-465A-BC31-8862F8C7E51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6" name="Footer Placeholder 5">
            <a:extLst xmlns:a="http://schemas.openxmlformats.org/drawingml/2006/main">
              <a:ext uri="{FF2B5EF4-FFF2-40B4-BE49-F238E27FC236}">
                <a16:creationId xmlns:a16="http://schemas.microsoft.com/office/drawing/2014/main" id="{18B9CFC7-4D68-44E2-A868-7673DE3706A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7" name="Slide Number Placeholder 6">
            <a:extLst xmlns:a="http://schemas.openxmlformats.org/drawingml/2006/main">
              <a:ext uri="{FF2B5EF4-FFF2-40B4-BE49-F238E27FC236}">
                <a16:creationId xmlns:a16="http://schemas.microsoft.com/office/drawing/2014/main" id="{250779BA-8935-4146-AE46-1C2067C9F64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defTabSz="685800">
              <a:buNone/>
            </a:pPr>
            <a:endParaRPr/>
          </a:p>
        </p:txBody>
      </p:sp>
    </p:spTree>
  </p:cSld>
</p:sldLayout>
</file>

<file path=ppt/slideLayouts/slideLayout23.xml><?xml version="1.0" encoding="utf-8"?>
<p:sldLayout xmlns:p="http://schemas.openxmlformats.org/presentationml/2006/main" type="vertTx" preserve="1">
  <p:cSld name="标题和竖排文字">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8F882A-3314-4DA0-B273-3447E45C0E0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Vertical Text Placeholder 2">
            <a:extLst xmlns:a="http://schemas.openxmlformats.org/drawingml/2006/main">
              <a:ext uri="{FF2B5EF4-FFF2-40B4-BE49-F238E27FC236}">
                <a16:creationId xmlns:a16="http://schemas.microsoft.com/office/drawing/2014/main" id="{01670C39-3AF6-446A-9C28-4C83B540627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Date Placeholder 3">
            <a:extLst xmlns:a="http://schemas.openxmlformats.org/drawingml/2006/main">
              <a:ext uri="{FF2B5EF4-FFF2-40B4-BE49-F238E27FC236}">
                <a16:creationId xmlns:a16="http://schemas.microsoft.com/office/drawing/2014/main" id="{A89185DB-3922-4221-9C30-F58CAFD98B0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5" name="Footer Placeholder 4">
            <a:extLst xmlns:a="http://schemas.openxmlformats.org/drawingml/2006/main">
              <a:ext uri="{FF2B5EF4-FFF2-40B4-BE49-F238E27FC236}">
                <a16:creationId xmlns:a16="http://schemas.microsoft.com/office/drawing/2014/main" id="{2BCF6BFD-0459-4419-B64F-EE03FA7859A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6" name="Slide Number Placeholder 5">
            <a:extLst xmlns:a="http://schemas.openxmlformats.org/drawingml/2006/main">
              <a:ext uri="{FF2B5EF4-FFF2-40B4-BE49-F238E27FC236}">
                <a16:creationId xmlns:a16="http://schemas.microsoft.com/office/drawing/2014/main" id="{A68F6E05-F34C-4046-88CD-592EC8A9BF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defTabSz="685800">
              <a:buNone/>
            </a:pPr>
            <a:endParaRPr/>
          </a:p>
        </p:txBody>
      </p:sp>
    </p:spTree>
  </p:cSld>
</p:sldLayout>
</file>

<file path=ppt/slideLayouts/slideLayout24.xml><?xml version="1.0" encoding="utf-8"?>
<p:sldLayout xmlns:p="http://schemas.openxmlformats.org/presentationml/2006/main" type="vertTitleAndTx" preserve="1">
  <p:cSld name="竖排标题与文本">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B622710F-30E5-491E-BC1B-657F606027D5}"/>
              </a:ext>
            </a:extLst>
          </p:cNvPr>
          <p:cNvSpPr>
            <a:spLocks xmlns:a="http://schemas.openxmlformats.org/drawingml/2006/main" noGrp="1"/>
          </p:cNvSpPr>
          <p:nvPr>
            <p:ph type="title" idx="0"/>
          </p:nvPr>
        </p:nvSpPr>
        <p:spPr>
          <a:xfrm xmlns:a="http://schemas.openxmlformats.org/drawingml/2006/main">
            <a:off x="6543676" y="365125"/>
            <a:ext cx="1971675" cy="5811838"/>
          </a:xfrm>
        </p:spPr>
        <p:txBody>
          <a:bodyPr xmlns:a="http://schemas.openxmlformats.org/drawingml/2006/main" vert="eaVert"/>
          <a:lstStyle xmlns:a="http://schemas.openxmlformats.org/drawingml/2006/main"/>
          <a:p xmlns:a="http://schemas.openxmlformats.org/drawingml/2006/main">
            <a:r>
              <a:t>单击此处编辑母版标题样式</a:t>
            </a:r>
          </a:p>
        </p:txBody>
      </p:sp>
      <p:sp>
        <p:nvSpPr>
          <p:cNvPr id="3" name="Vertical Text Placeholder 2">
            <a:extLst xmlns:a="http://schemas.openxmlformats.org/drawingml/2006/main">
              <a:ext uri="{FF2B5EF4-FFF2-40B4-BE49-F238E27FC236}">
                <a16:creationId xmlns:a16="http://schemas.microsoft.com/office/drawing/2014/main" id="{A9584A4A-D206-4740-BBB9-0A2D1B86A96E}"/>
              </a:ext>
            </a:extLst>
          </p:cNvPr>
          <p:cNvSpPr>
            <a:spLocks xmlns:a="http://schemas.openxmlformats.org/drawingml/2006/main" noGrp="1"/>
          </p:cNvSpPr>
          <p:nvPr>
            <p:ph type="body" idx="1"/>
          </p:nvPr>
        </p:nvSpPr>
        <p:spPr>
          <a:xfrm xmlns:a="http://schemas.openxmlformats.org/drawingml/2006/main">
            <a:off x="628651" y="365125"/>
            <a:ext cx="5800725" cy="5811838"/>
          </a:xfrm>
        </p:spPr>
        <p:txBody>
          <a:bodyPr xmlns:a="http://schemas.openxmlformats.org/drawingml/2006/main" vert="eaVert"/>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Date Placeholder 3">
            <a:extLst xmlns:a="http://schemas.openxmlformats.org/drawingml/2006/main">
              <a:ext uri="{FF2B5EF4-FFF2-40B4-BE49-F238E27FC236}">
                <a16:creationId xmlns:a16="http://schemas.microsoft.com/office/drawing/2014/main" id="{5EEB903F-766F-41F6-B790-64159451748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5" name="Footer Placeholder 4">
            <a:extLst xmlns:a="http://schemas.openxmlformats.org/drawingml/2006/main">
              <a:ext uri="{FF2B5EF4-FFF2-40B4-BE49-F238E27FC236}">
                <a16:creationId xmlns:a16="http://schemas.microsoft.com/office/drawing/2014/main" id="{5E4FDF88-353E-4B71-B1C1-FC549410FFC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defTabSz="685800">
              <a:buNone/>
            </a:pPr>
            <a:endParaRPr/>
          </a:p>
        </p:txBody>
      </p:sp>
      <p:sp>
        <p:nvSpPr>
          <p:cNvPr id="6" name="Slide Number Placeholder 5">
            <a:extLst xmlns:a="http://schemas.openxmlformats.org/drawingml/2006/main">
              <a:ext uri="{FF2B5EF4-FFF2-40B4-BE49-F238E27FC236}">
                <a16:creationId xmlns:a16="http://schemas.microsoft.com/office/drawing/2014/main" id="{7934A4D3-8285-4867-A9AD-6849E324A60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defTabSz="685800">
              <a:buNone/>
            </a:pPr>
            <a:endParaRPr/>
          </a:p>
        </p:txBody>
      </p:sp>
    </p:spTree>
  </p:cSld>
  <p:hf sldNum="0" hdr="0" ftr="0" dt="0"/>
</p:sldLayout>
</file>

<file path=ppt/slideLayouts/slideLayout25.xml><?xml version="1.0" encoding="utf-8"?>
<p:sldLayout xmlns:p="http://schemas.openxmlformats.org/presentationml/2006/main" preserve="1" userDrawn="1">
  <p:cSld name="1_标题幻灯片">
    <p:bg>
      <p:bgPr>
        <a:solidFill xmlns:a="http://schemas.openxmlformats.org/drawingml/2006/main">
          <a:schemeClr val="bg1"/>
        </a:solidFill>
      </p:bgPr>
    </p:bg>
    <p:spTree>
      <p:nvGrpSpPr>
        <p:cNvPr id="1" name=""/>
        <p:cNvGrpSpPr/>
        <p:nvPr/>
      </p:nvGrpSpPr>
      <p:grpSpPr>
        <a:xfrm xmlns:a="http://schemas.openxmlformats.org/drawingml/2006/main"/>
      </p:grpSpPr>
      <p:pic>
        <p:nvPicPr>
          <p:cNvPr id="16" name="Picture 2"/>
          <p:cNvPicPr>
            <a:picLocks xmlns:a="http://schemas.openxmlformats.org/drawingml/2006/main" noChangeAspect="1"/>
          </p:cNvPicPr>
          <p:nvPr/>
        </p:nvPicPr>
        <p:blipFill>
          <a:blip xmlns:r="http://schemas.openxmlformats.org/officeDocument/2006/relationships" xmlns:a="http://schemas.openxmlformats.org/drawingml/2006/main" r:embed="R13223958d73f410c"/>
          <a:stretch xmlns:a="http://schemas.openxmlformats.org/drawingml/2006/main">
            <a:fillRect l="0" t="0" r="0" b="0"/>
          </a:stretch>
        </p:blipFill>
        <p:spPr>
          <a:xfrm xmlns:a="http://schemas.openxmlformats.org/drawingml/2006/main">
            <a:off x="0" y="-33337"/>
            <a:ext cx="9144000" cy="1047750"/>
          </a:xfrm>
          <a:prstGeom xmlns:a="http://schemas.openxmlformats.org/drawingml/2006/main" prst="rect">
            <a:avLst/>
          </a:prstGeom>
          <a:ln xmlns:a="http://schemas.openxmlformats.org/drawingml/2006/main" w="9525">
            <a:noFill/>
          </a:ln>
        </p:spPr>
      </p:pic>
      <p:pic>
        <p:nvPicPr>
          <p:cNvPr id="17" name="Picture 4"/>
          <p:cNvPicPr>
            <a:picLocks xmlns:a="http://schemas.openxmlformats.org/drawingml/2006/main" noChangeAspect="1"/>
          </p:cNvPicPr>
          <p:nvPr/>
        </p:nvPicPr>
        <p:blipFill>
          <a:blip xmlns:r="http://schemas.openxmlformats.org/officeDocument/2006/relationships" xmlns:a="http://schemas.openxmlformats.org/drawingml/2006/main" r:embed="R4411778b09f04cbb"/>
          <a:stretch xmlns:a="http://schemas.openxmlformats.org/drawingml/2006/main">
            <a:fillRect l="0" t="0" r="0" b="0"/>
          </a:stretch>
        </p:blipFill>
        <p:spPr>
          <a:xfrm xmlns:a="http://schemas.openxmlformats.org/drawingml/2006/main">
            <a:off x="8156977" y="68263"/>
            <a:ext cx="844153" cy="844550"/>
          </a:xfrm>
          <a:prstGeom xmlns:a="http://schemas.openxmlformats.org/drawingml/2006/main" prst="rect">
            <a:avLst/>
          </a:prstGeom>
          <a:ln xmlns:a="http://schemas.openxmlformats.org/drawingml/2006/main" w="9525">
            <a:noFill/>
          </a:ln>
        </p:spPr>
      </p:pic>
      <p:pic>
        <p:nvPicPr>
          <p:cNvPr id="18" name="Picture 3"/>
          <p:cNvPicPr>
            <a:picLocks xmlns:a="http://schemas.openxmlformats.org/drawingml/2006/main" noChangeAspect="1"/>
          </p:cNvPicPr>
          <p:nvPr/>
        </p:nvPicPr>
        <p:blipFill>
          <a:blip xmlns:r="http://schemas.openxmlformats.org/officeDocument/2006/relationships" xmlns:a="http://schemas.openxmlformats.org/drawingml/2006/main" r:embed="R60364c453a50467c"/>
          <a:stretch xmlns:a="http://schemas.openxmlformats.org/drawingml/2006/main">
            <a:fillRect l="0" t="0" r="0" b="0"/>
          </a:stretch>
        </p:blipFill>
        <p:spPr>
          <a:xfrm xmlns:a="http://schemas.openxmlformats.org/drawingml/2006/main">
            <a:off x="0" y="6724659"/>
            <a:ext cx="9144000" cy="180975"/>
          </a:xfrm>
          <a:prstGeom xmlns:a="http://schemas.openxmlformats.org/drawingml/2006/main" prst="rect">
            <a:avLst/>
          </a:prstGeom>
          <a:ln xmlns:a="http://schemas.openxmlformats.org/drawingml/2006/main" w="9525">
            <a:noFill/>
          </a:ln>
        </p:spPr>
      </p:pic>
      <p:sp>
        <p:nvSpPr>
          <p:cNvPr id="10" name="日期占位符 1">
            <a:extLst xmlns:a="http://schemas.openxmlformats.org/drawingml/2006/main">
              <a:ext uri="{FF2B5EF4-FFF2-40B4-BE49-F238E27FC236}">
                <a16:creationId xmlns:a16="http://schemas.microsoft.com/office/drawing/2014/main" id="{9374C4C1-CA7C-4C0A-80BC-FBDEF5315071}"/>
              </a:ext>
            </a:extLst>
          </p:cNvPr>
          <p:cNvSpPr>
            <a:spLocks xmlns:a="http://schemas.openxmlformats.org/drawingml/2006/main" noGrp="1"/>
          </p:cNvSpPr>
          <p:nvPr>
            <p:ph type="dt" idx="2"/>
          </p:nvPr>
        </p:nvSpPr>
        <p:spPr>
          <a:xfrm xmlns:a="http://schemas.openxmlformats.org/drawingml/2006/main">
            <a:off x="457200" y="6356359"/>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buFontTx/>
              <a:buNone/>
              <a:defRPr sz="900">
                <a:solidFill>
                  <a:schemeClr val="tx1">
                    <a:tint val="75000"/>
                  </a:schemeClr>
                </a:solidFill>
                <a:latin typeface="+mn-lt"/>
                <a:ea typeface="+mn-lt"/>
                <a:cs typeface="+mn-lt"/>
              </a:defRPr>
            </a:lvl1pPr>
          </a:lstStyle>
          <a:p xmlns:a="http://schemas.openxmlformats.org/drawingml/2006/main">
            <a:pPr defTabSz="685800">
              <a:buNone/>
            </a:pPr>
            <a:endParaRPr/>
          </a:p>
        </p:txBody>
      </p:sp>
      <p:sp>
        <p:nvSpPr>
          <p:cNvPr id="11" name="页脚占位符 2">
            <a:extLst xmlns:a="http://schemas.openxmlformats.org/drawingml/2006/main">
              <a:ext uri="{FF2B5EF4-FFF2-40B4-BE49-F238E27FC236}">
                <a16:creationId xmlns:a16="http://schemas.microsoft.com/office/drawing/2014/main" id="{4F8EBC16-014E-4C92-AD24-9D33EC09CF0E}"/>
              </a:ext>
            </a:extLst>
          </p:cNvPr>
          <p:cNvSpPr>
            <a:spLocks xmlns:a="http://schemas.openxmlformats.org/drawingml/2006/main" noGrp="1"/>
          </p:cNvSpPr>
          <p:nvPr>
            <p:ph type="ftr" idx="3"/>
          </p:nvPr>
        </p:nvSpPr>
        <p:spPr>
          <a:xfrm xmlns:a="http://schemas.openxmlformats.org/drawingml/2006/main">
            <a:off x="3124200" y="6356359"/>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buFontTx/>
              <a:buNone/>
              <a:defRPr sz="900">
                <a:solidFill>
                  <a:schemeClr val="tx1">
                    <a:tint val="75000"/>
                  </a:schemeClr>
                </a:solidFill>
                <a:latin typeface="Calibri"/>
                <a:ea typeface="Calibri"/>
                <a:cs typeface="Calibri"/>
              </a:defRPr>
            </a:lvl1pPr>
          </a:lstStyle>
          <a:p xmlns:a="http://schemas.openxmlformats.org/drawingml/2006/main">
            <a:pPr defTabSz="685800">
              <a:buNone/>
            </a:pPr>
            <a:endParaRPr/>
          </a:p>
        </p:txBody>
      </p:sp>
      <p:sp>
        <p:nvSpPr>
          <p:cNvPr id="12" name="灯片编号占位符 3">
            <a:extLst xmlns:a="http://schemas.openxmlformats.org/drawingml/2006/main">
              <a:ext uri="{FF2B5EF4-FFF2-40B4-BE49-F238E27FC236}">
                <a16:creationId xmlns:a16="http://schemas.microsoft.com/office/drawing/2014/main" id="{7DDECA13-28DA-494B-8D86-BFA6EF8E67D5}"/>
              </a:ext>
            </a:extLst>
          </p:cNvPr>
          <p:cNvSpPr>
            <a:spLocks xmlns:a="http://schemas.openxmlformats.org/drawingml/2006/main" noGrp="1"/>
          </p:cNvSpPr>
          <p:nvPr>
            <p:ph type="sldNum" idx="4"/>
          </p:nvPr>
        </p:nvSpPr>
        <p:spPr>
          <a:xfrm xmlns:a="http://schemas.openxmlformats.org/drawingml/2006/main">
            <a:off x="6553200" y="6356359"/>
            <a:ext cx="21336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900">
                <a:solidFill>
                  <a:srgbClr val="898989"/>
                </a:solidFill>
                <a:latin typeface="Calibri"/>
                <a:ea typeface="Calibri"/>
                <a:cs typeface="Calibri"/>
              </a:defRPr>
            </a:lvl1pPr>
          </a:lstStyle>
          <a:p xmlns:a="http://schemas.openxmlformats.org/drawingml/2006/main">
            <a:pPr defTabSz="685800">
              <a:buNone/>
            </a:pPr>
            <a:endParaRPr/>
          </a:p>
        </p:txBody>
      </p:sp>
    </p:spTree>
  </p:cSld>
  <p:hf sldNum="0" hdr="0" ftr="0"/>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cd0ae683714485" /><Relationship Type="http://schemas.openxmlformats.org/officeDocument/2006/relationships/slideLayout" Target="/ppt/slideLayouts/slideLayout1.xml" Id="R6c0f7d430c5a4a9a" /><Relationship Type="http://schemas.openxmlformats.org/officeDocument/2006/relationships/slideLayout" Target="/ppt/slideLayouts/slideLayout2.xml" Id="R54d6a12a54924064" /><Relationship Type="http://schemas.openxmlformats.org/officeDocument/2006/relationships/slideLayout" Target="/ppt/slideLayouts/slideLayout3.xml" Id="Red2ff230506348fc" /><Relationship Type="http://schemas.openxmlformats.org/officeDocument/2006/relationships/slideLayout" Target="/ppt/slideLayouts/slideLayout4.xml" Id="R474c8db1701b47cf" /><Relationship Type="http://schemas.openxmlformats.org/officeDocument/2006/relationships/slideLayout" Target="/ppt/slideLayouts/slideLayout5.xml" Id="Refad49f5e2294ab6" /><Relationship Type="http://schemas.openxmlformats.org/officeDocument/2006/relationships/slideLayout" Target="/ppt/slideLayouts/slideLayout6.xml" Id="R21204e66d988472f" /><Relationship Type="http://schemas.openxmlformats.org/officeDocument/2006/relationships/slideLayout" Target="/ppt/slideLayouts/slideLayout7.xml" Id="R2ce3ba39c6834c41" /><Relationship Type="http://schemas.openxmlformats.org/officeDocument/2006/relationships/slideLayout" Target="/ppt/slideLayouts/slideLayout8.xml" Id="R680f2bc0334043ee" /><Relationship Type="http://schemas.openxmlformats.org/officeDocument/2006/relationships/slideLayout" Target="/ppt/slideLayouts/slideLayout9.xml" Id="R4379bd0fac71422e" /><Relationship Type="http://schemas.openxmlformats.org/officeDocument/2006/relationships/slideLayout" Target="/ppt/slideLayouts/slideLayout10.xml" Id="R7b8fd0cd5e9243b5" /><Relationship Type="http://schemas.openxmlformats.org/officeDocument/2006/relationships/slideLayout" Target="/ppt/slideLayouts/slideLayout11.xml" Id="Rfcde73844be04905" /><Relationship Type="http://schemas.openxmlformats.org/officeDocument/2006/relationships/slideLayout" Target="/ppt/slideLayouts/slideLayout12.xml" Id="Rc63ab96f114c48d7" /><Relationship Type="http://schemas.openxmlformats.org/officeDocument/2006/relationships/slideLayout" Target="/ppt/slideLayouts/slideLayout13.xml" Id="Rd212c02f1ab44f5d"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e93d54cc46d640d6" /><Relationship Type="http://schemas.openxmlformats.org/officeDocument/2006/relationships/slideLayout" Target="/ppt/slideLayouts/slideLayout14.xml" Id="Ra76819fe31e04ec4" /><Relationship Type="http://schemas.openxmlformats.org/officeDocument/2006/relationships/slideLayout" Target="/ppt/slideLayouts/slideLayout15.xml" Id="R37777d1400c04e01" /><Relationship Type="http://schemas.openxmlformats.org/officeDocument/2006/relationships/slideLayout" Target="/ppt/slideLayouts/slideLayout16.xml" Id="R66dd3985c99e46ae" /><Relationship Type="http://schemas.openxmlformats.org/officeDocument/2006/relationships/slideLayout" Target="/ppt/slideLayouts/slideLayout17.xml" Id="R0e6183ecaefc406f" /><Relationship Type="http://schemas.openxmlformats.org/officeDocument/2006/relationships/slideLayout" Target="/ppt/slideLayouts/slideLayout18.xml" Id="R2acb107fd7374ce8" /><Relationship Type="http://schemas.openxmlformats.org/officeDocument/2006/relationships/slideLayout" Target="/ppt/slideLayouts/slideLayout19.xml" Id="R565605c84e324ac8" /><Relationship Type="http://schemas.openxmlformats.org/officeDocument/2006/relationships/slideLayout" Target="/ppt/slideLayouts/slideLayout20.xml" Id="Rce0131c47f844d5d" /><Relationship Type="http://schemas.openxmlformats.org/officeDocument/2006/relationships/slideLayout" Target="/ppt/slideLayouts/slideLayout21.xml" Id="R05032b54c7e54a46" /><Relationship Type="http://schemas.openxmlformats.org/officeDocument/2006/relationships/slideLayout" Target="/ppt/slideLayouts/slideLayout22.xml" Id="Re853a4089bb64306" /><Relationship Type="http://schemas.openxmlformats.org/officeDocument/2006/relationships/slideLayout" Target="/ppt/slideLayouts/slideLayout23.xml" Id="R50b00c315581420c" /><Relationship Type="http://schemas.openxmlformats.org/officeDocument/2006/relationships/slideLayout" Target="/ppt/slideLayouts/slideLayout24.xml" Id="Rd391a68574c84003" /><Relationship Type="http://schemas.openxmlformats.org/officeDocument/2006/relationships/slideLayout" Target="/ppt/slideLayouts/slideLayout25.xml" Id="R9f9ce6f041b44a3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AAD84685-8EAD-4898-B3CA-4B6EF652756B}"/>
              </a:ext>
            </a:extLst>
          </p:cNvPr>
          <p:cNvSpPr>
            <a:spLocks xmlns:a="http://schemas.openxmlformats.org/drawingml/2006/main" noGrp="1"/>
          </p:cNvSpPr>
          <p:nvPr>
            <p:ph type="title" idx="0"/>
          </p:nvPr>
        </p:nvSpPr>
        <p:spPr>
          <a:xfrm xmlns:a="http://schemas.openxmlformats.org/drawingml/2006/main">
            <a:off x="628650" y="365128"/>
            <a:ext cx="78867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单击此处编辑母版标题样式</a:t>
            </a:r>
          </a:p>
        </p:txBody>
      </p:sp>
      <p:sp>
        <p:nvSpPr>
          <p:cNvPr id="3" name="Text Placeholder 2">
            <a:extLst xmlns:a="http://schemas.openxmlformats.org/drawingml/2006/main">
              <a:ext uri="{FF2B5EF4-FFF2-40B4-BE49-F238E27FC236}">
                <a16:creationId xmlns:a16="http://schemas.microsoft.com/office/drawing/2014/main" id="{52BFBA9D-809B-4845-9576-7EC36F119845}"/>
              </a:ext>
            </a:extLst>
          </p:cNvPr>
          <p:cNvSpPr>
            <a:spLocks xmlns:a="http://schemas.openxmlformats.org/drawingml/2006/main" noGrp="1"/>
          </p:cNvSpPr>
          <p:nvPr>
            <p:ph type="body" idx="1"/>
          </p:nvPr>
        </p:nvSpPr>
        <p:spPr>
          <a:xfrm xmlns:a="http://schemas.openxmlformats.org/drawingml/2006/main">
            <a:off x="628650" y="1825625"/>
            <a:ext cx="78867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Date Placeholder 3">
            <a:extLst xmlns:a="http://schemas.openxmlformats.org/drawingml/2006/main">
              <a:ext uri="{FF2B5EF4-FFF2-40B4-BE49-F238E27FC236}">
                <a16:creationId xmlns:a16="http://schemas.microsoft.com/office/drawing/2014/main" id="{5CC5856A-03A5-4357-9F3D-44C76765FED5}"/>
              </a:ext>
            </a:extLst>
          </p:cNvPr>
          <p:cNvSpPr>
            <a:spLocks xmlns:a="http://schemas.openxmlformats.org/drawingml/2006/main" noGrp="1"/>
          </p:cNvSpPr>
          <p:nvPr>
            <p:ph type="dt" idx="2"/>
          </p:nvPr>
        </p:nvSpPr>
        <p:spPr>
          <a:xfrm xmlns:a="http://schemas.openxmlformats.org/drawingml/2006/main">
            <a:off x="628650" y="6356353"/>
            <a:ext cx="20574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defTabSz="685800">
              <a:buNone/>
            </a:pPr>
            <a:endParaRPr/>
          </a:p>
        </p:txBody>
      </p:sp>
      <p:sp>
        <p:nvSpPr>
          <p:cNvPr id="5" name="Footer Placeholder 4">
            <a:extLst xmlns:a="http://schemas.openxmlformats.org/drawingml/2006/main">
              <a:ext uri="{FF2B5EF4-FFF2-40B4-BE49-F238E27FC236}">
                <a16:creationId xmlns:a16="http://schemas.microsoft.com/office/drawing/2014/main" id="{1DC7B28D-2EBE-4D2A-A725-118418E01D11}"/>
              </a:ext>
            </a:extLst>
          </p:cNvPr>
          <p:cNvSpPr>
            <a:spLocks xmlns:a="http://schemas.openxmlformats.org/drawingml/2006/main" noGrp="1"/>
          </p:cNvSpPr>
          <p:nvPr>
            <p:ph type="ftr" idx="3"/>
          </p:nvPr>
        </p:nvSpPr>
        <p:spPr>
          <a:xfrm xmlns:a="http://schemas.openxmlformats.org/drawingml/2006/main">
            <a:off x="3028950" y="6356353"/>
            <a:ext cx="30861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defTabSz="685800">
              <a:buNone/>
            </a:pPr>
            <a:endParaRPr/>
          </a:p>
        </p:txBody>
      </p:sp>
      <p:sp>
        <p:nvSpPr>
          <p:cNvPr id="6" name="Slide Number Placeholder 5">
            <a:extLst xmlns:a="http://schemas.openxmlformats.org/drawingml/2006/main">
              <a:ext uri="{FF2B5EF4-FFF2-40B4-BE49-F238E27FC236}">
                <a16:creationId xmlns:a16="http://schemas.microsoft.com/office/drawing/2014/main" id="{115C0C43-486F-40B8-BAE6-B59E5D58D83A}"/>
              </a:ext>
            </a:extLst>
          </p:cNvPr>
          <p:cNvSpPr>
            <a:spLocks xmlns:a="http://schemas.openxmlformats.org/drawingml/2006/main" noGrp="1"/>
          </p:cNvSpPr>
          <p:nvPr>
            <p:ph type="sldNum" idx="4"/>
          </p:nvPr>
        </p:nvSpPr>
        <p:spPr>
          <a:xfrm xmlns:a="http://schemas.openxmlformats.org/drawingml/2006/main">
            <a:off x="6457950" y="6356353"/>
            <a:ext cx="20574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defTabSz="685800">
              <a:buNone/>
            </a:pPr>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0f7d430c5a4a9a"/>
    <p:sldLayoutId xmlns:r="http://schemas.openxmlformats.org/officeDocument/2006/relationships" id="2147483650" r:id="R54d6a12a54924064"/>
    <p:sldLayoutId xmlns:r="http://schemas.openxmlformats.org/officeDocument/2006/relationships" id="2147483651" r:id="Red2ff230506348fc"/>
    <p:sldLayoutId xmlns:r="http://schemas.openxmlformats.org/officeDocument/2006/relationships" id="2147483652" r:id="R474c8db1701b47cf"/>
    <p:sldLayoutId xmlns:r="http://schemas.openxmlformats.org/officeDocument/2006/relationships" id="2147483653" r:id="Refad49f5e2294ab6"/>
    <p:sldLayoutId xmlns:r="http://schemas.openxmlformats.org/officeDocument/2006/relationships" id="2147483654" r:id="R21204e66d988472f"/>
    <p:sldLayoutId xmlns:r="http://schemas.openxmlformats.org/officeDocument/2006/relationships" id="2147483655" r:id="R2ce3ba39c6834c41"/>
    <p:sldLayoutId xmlns:r="http://schemas.openxmlformats.org/officeDocument/2006/relationships" id="2147483656" r:id="R680f2bc0334043ee"/>
    <p:sldLayoutId xmlns:r="http://schemas.openxmlformats.org/officeDocument/2006/relationships" id="2147483657" r:id="R4379bd0fac71422e"/>
    <p:sldLayoutId xmlns:r="http://schemas.openxmlformats.org/officeDocument/2006/relationships" id="2147483658" r:id="R7b8fd0cd5e9243b5"/>
    <p:sldLayoutId xmlns:r="http://schemas.openxmlformats.org/officeDocument/2006/relationships" id="2147483659" r:id="Rfcde73844be04905"/>
    <p:sldLayoutId xmlns:r="http://schemas.openxmlformats.org/officeDocument/2006/relationships" id="2147483660" r:id="Rc63ab96f114c48d7"/>
    <p:sldLayoutId xmlns:r="http://schemas.openxmlformats.org/officeDocument/2006/relationships" id="2147483661" r:id="Rd212c02f1ab44f5d"/>
  </p:sldLayoutIdLst>
  <p:hf sldNum="0" hdr="0" ft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AA5EFFA-8135-4C5F-8DA5-7C7B301676F3}"/>
              </a:ext>
            </a:extLst>
          </p:cNvPr>
          <p:cNvSpPr>
            <a:spLocks xmlns:a="http://schemas.openxmlformats.org/drawingml/2006/main" noGrp="1"/>
          </p:cNvSpPr>
          <p:nvPr>
            <p:ph type="title" idx="0"/>
          </p:nvPr>
        </p:nvSpPr>
        <p:spPr>
          <a:xfrm xmlns:a="http://schemas.openxmlformats.org/drawingml/2006/main">
            <a:off x="628650" y="365128"/>
            <a:ext cx="78867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单击此处编辑母版标题样式</a:t>
            </a:r>
          </a:p>
        </p:txBody>
      </p:sp>
      <p:sp>
        <p:nvSpPr>
          <p:cNvPr id="3" name="Text Placeholder 2">
            <a:extLst xmlns:a="http://schemas.openxmlformats.org/drawingml/2006/main">
              <a:ext uri="{FF2B5EF4-FFF2-40B4-BE49-F238E27FC236}">
                <a16:creationId xmlns:a16="http://schemas.microsoft.com/office/drawing/2014/main" id="{646C2DE2-08B0-40D4-925F-D343049F8E9C}"/>
              </a:ext>
            </a:extLst>
          </p:cNvPr>
          <p:cNvSpPr>
            <a:spLocks xmlns:a="http://schemas.openxmlformats.org/drawingml/2006/main" noGrp="1"/>
          </p:cNvSpPr>
          <p:nvPr>
            <p:ph type="body" idx="1"/>
          </p:nvPr>
        </p:nvSpPr>
        <p:spPr>
          <a:xfrm xmlns:a="http://schemas.openxmlformats.org/drawingml/2006/main">
            <a:off x="628650" y="1825625"/>
            <a:ext cx="78867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Date Placeholder 3">
            <a:extLst xmlns:a="http://schemas.openxmlformats.org/drawingml/2006/main">
              <a:ext uri="{FF2B5EF4-FFF2-40B4-BE49-F238E27FC236}">
                <a16:creationId xmlns:a16="http://schemas.microsoft.com/office/drawing/2014/main" id="{22168F1C-C3E0-49A6-86B1-9E403621E2AD}"/>
              </a:ext>
            </a:extLst>
          </p:cNvPr>
          <p:cNvSpPr>
            <a:spLocks xmlns:a="http://schemas.openxmlformats.org/drawingml/2006/main" noGrp="1"/>
          </p:cNvSpPr>
          <p:nvPr>
            <p:ph type="dt" idx="2"/>
          </p:nvPr>
        </p:nvSpPr>
        <p:spPr>
          <a:xfrm xmlns:a="http://schemas.openxmlformats.org/drawingml/2006/main">
            <a:off x="628650" y="6356353"/>
            <a:ext cx="20574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defTabSz="685800">
              <a:buNone/>
            </a:pPr>
            <a:endParaRPr/>
          </a:p>
        </p:txBody>
      </p:sp>
      <p:sp>
        <p:nvSpPr>
          <p:cNvPr id="5" name="Footer Placeholder 4">
            <a:extLst xmlns:a="http://schemas.openxmlformats.org/drawingml/2006/main">
              <a:ext uri="{FF2B5EF4-FFF2-40B4-BE49-F238E27FC236}">
                <a16:creationId xmlns:a16="http://schemas.microsoft.com/office/drawing/2014/main" id="{577F10DB-425E-454D-9FCA-BCA5FD688C5A}"/>
              </a:ext>
            </a:extLst>
          </p:cNvPr>
          <p:cNvSpPr>
            <a:spLocks xmlns:a="http://schemas.openxmlformats.org/drawingml/2006/main" noGrp="1"/>
          </p:cNvSpPr>
          <p:nvPr>
            <p:ph type="ftr" idx="3"/>
          </p:nvPr>
        </p:nvSpPr>
        <p:spPr>
          <a:xfrm xmlns:a="http://schemas.openxmlformats.org/drawingml/2006/main">
            <a:off x="3028950" y="6356353"/>
            <a:ext cx="30861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defTabSz="685800">
              <a:buNone/>
            </a:pPr>
            <a:endParaRPr/>
          </a:p>
        </p:txBody>
      </p:sp>
      <p:sp>
        <p:nvSpPr>
          <p:cNvPr id="6" name="Slide Number Placeholder 5">
            <a:extLst xmlns:a="http://schemas.openxmlformats.org/drawingml/2006/main">
              <a:ext uri="{FF2B5EF4-FFF2-40B4-BE49-F238E27FC236}">
                <a16:creationId xmlns:a16="http://schemas.microsoft.com/office/drawing/2014/main" id="{62675A63-9215-427B-8DB5-9C907635D174}"/>
              </a:ext>
            </a:extLst>
          </p:cNvPr>
          <p:cNvSpPr>
            <a:spLocks xmlns:a="http://schemas.openxmlformats.org/drawingml/2006/main" noGrp="1"/>
          </p:cNvSpPr>
          <p:nvPr>
            <p:ph type="sldNum" idx="4"/>
          </p:nvPr>
        </p:nvSpPr>
        <p:spPr>
          <a:xfrm xmlns:a="http://schemas.openxmlformats.org/drawingml/2006/main">
            <a:off x="6457950" y="6356353"/>
            <a:ext cx="20574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defTabSz="685800">
              <a:buNone/>
            </a:pPr>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63" r:id="Ra76819fe31e04ec4"/>
    <p:sldLayoutId xmlns:r="http://schemas.openxmlformats.org/officeDocument/2006/relationships" id="2147483664" r:id="R37777d1400c04e01"/>
    <p:sldLayoutId xmlns:r="http://schemas.openxmlformats.org/officeDocument/2006/relationships" id="2147483665" r:id="R66dd3985c99e46ae"/>
    <p:sldLayoutId xmlns:r="http://schemas.openxmlformats.org/officeDocument/2006/relationships" id="2147483666" r:id="R0e6183ecaefc406f"/>
    <p:sldLayoutId xmlns:r="http://schemas.openxmlformats.org/officeDocument/2006/relationships" id="2147483667" r:id="R2acb107fd7374ce8"/>
    <p:sldLayoutId xmlns:r="http://schemas.openxmlformats.org/officeDocument/2006/relationships" id="2147483668" r:id="R565605c84e324ac8"/>
    <p:sldLayoutId xmlns:r="http://schemas.openxmlformats.org/officeDocument/2006/relationships" id="2147483669" r:id="Rce0131c47f844d5d"/>
    <p:sldLayoutId xmlns:r="http://schemas.openxmlformats.org/officeDocument/2006/relationships" id="2147483670" r:id="R05032b54c7e54a46"/>
    <p:sldLayoutId xmlns:r="http://schemas.openxmlformats.org/officeDocument/2006/relationships" id="2147483671" r:id="Re853a4089bb64306"/>
    <p:sldLayoutId xmlns:r="http://schemas.openxmlformats.org/officeDocument/2006/relationships" id="2147483672" r:id="R50b00c315581420c"/>
    <p:sldLayoutId xmlns:r="http://schemas.openxmlformats.org/officeDocument/2006/relationships" id="2147483673" r:id="Rd391a68574c84003"/>
    <p:sldLayoutId xmlns:r="http://schemas.openxmlformats.org/officeDocument/2006/relationships" id="2147483674" r:id="R9f9ce6f041b44a35"/>
  </p:sldLayoutIdLst>
  <p:hf sldNum="0" hdr="0" ft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默认设计模板">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1_默认设计模板">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fb972372bbad4de0" /><Relationship Type="http://schemas.openxmlformats.org/officeDocument/2006/relationships/image" Target="/ppt/media/image.jpeg" Id="R22c0a031297f48f5" /><Relationship Type="http://schemas.openxmlformats.org/officeDocument/2006/relationships/image" Target="/ppt/media/image5.png" Id="R937d24cf39594b8d" /><Relationship Type="http://schemas.openxmlformats.org/officeDocument/2006/relationships/image" Target="/ppt/media/image6.png" Id="R503ad3aa27464e61" /><Relationship Type="http://schemas.openxmlformats.org/officeDocument/2006/relationships/notesSlide" Target="/ppt/notesSlides/notesSlide1.xml" Id="R260cf908d38a4b01"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74afba4f6b944f04" /><Relationship Type="http://schemas.openxmlformats.org/officeDocument/2006/relationships/image" Target="/ppt/media/image5.png" Id="Ra89ab91349654959" /><Relationship Type="http://schemas.openxmlformats.org/officeDocument/2006/relationships/image" Target="/ppt/media/image2.jpeg" Id="Rb363683d38a64f4e" /><Relationship Type="http://schemas.openxmlformats.org/officeDocument/2006/relationships/image" Target="/ppt/media/image6.png" Id="R03b176c985b74a69" /><Relationship Type="http://schemas.openxmlformats.org/officeDocument/2006/relationships/notesSlide" Target="/ppt/notesSlides/notesSlide2.xml" Id="Red5264d7778c42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8.xml" Id="R50d222eb4e1f41e2" /><Relationship Type="http://schemas.openxmlformats.org/officeDocument/2006/relationships/image" Target="/ppt/media/image6.png" Id="Rd1680f512b934fcd" /><Relationship Type="http://schemas.openxmlformats.org/officeDocument/2006/relationships/notesSlide" Target="/ppt/notesSlides/notesSlide3.xml" Id="Rad1156c4dfb841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8.xml" Id="R4161f1daa2904632" /><Relationship Type="http://schemas.openxmlformats.org/officeDocument/2006/relationships/image" Target="/ppt/media/image6.png" Id="Rd689379e5d58451e" /><Relationship Type="http://schemas.openxmlformats.org/officeDocument/2006/relationships/notesSlide" Target="/ppt/notesSlides/notesSlide4.xml" Id="R6a225e10088b4c4a" /></Relationships>
</file>

<file path=ppt/slides/_rels/slide5.xml.rels>&#65279;<?xml version="1.0" encoding="utf-8"?><Relationships xmlns="http://schemas.openxmlformats.org/package/2006/relationships"><Relationship Type="http://schemas.openxmlformats.org/officeDocument/2006/relationships/slideLayout" Target="/ppt/slideLayouts/slideLayout8.xml" Id="R5b79da3a5375403d" /><Relationship Type="http://schemas.openxmlformats.org/officeDocument/2006/relationships/image" Target="/ppt/media/image6.png" Id="R0227429916f14ea8" /><Relationship Type="http://schemas.openxmlformats.org/officeDocument/2006/relationships/notesSlide" Target="/ppt/notesSlides/notesSlide5.xml" Id="R2c8831f532d540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8.xml" Id="R15c4e5b338f04bb5" /><Relationship Type="http://schemas.openxmlformats.org/officeDocument/2006/relationships/image" Target="/ppt/media/image6.png" Id="R230a4d45494644c7" /><Relationship Type="http://schemas.openxmlformats.org/officeDocument/2006/relationships/notesSlide" Target="/ppt/notesSlides/notesSlide6.xml" Id="R88b001fb54ef456c" /></Relationships>
</file>

<file path=ppt/slides/_rels/slide7.xml.rels>&#65279;<?xml version="1.0" encoding="utf-8"?><Relationships xmlns="http://schemas.openxmlformats.org/package/2006/relationships"><Relationship Type="http://schemas.openxmlformats.org/officeDocument/2006/relationships/slideLayout" Target="/ppt/slideLayouts/slideLayout8.xml" Id="Re645ba944b1745cc" /><Relationship Type="http://schemas.openxmlformats.org/officeDocument/2006/relationships/image" Target="/ppt/media/image6.png" Id="Rdded2166b87c4f8a" /><Relationship Type="http://schemas.openxmlformats.org/officeDocument/2006/relationships/notesSlide" Target="/ppt/notesSlides/notesSlide7.xml" Id="R67199bdb1cce41ab" /></Relationships>
</file>

<file path=ppt/slides/_rels/slide8.xml.rels>&#65279;<?xml version="1.0" encoding="utf-8"?><Relationships xmlns="http://schemas.openxmlformats.org/package/2006/relationships"><Relationship Type="http://schemas.openxmlformats.org/officeDocument/2006/relationships/slideLayout" Target="/ppt/slideLayouts/slideLayout8.xml" Id="R1883062b55ab4bd3" /><Relationship Type="http://schemas.openxmlformats.org/officeDocument/2006/relationships/image" Target="/ppt/media/image6.png" Id="R58a06681a3c34819" /><Relationship Type="http://schemas.openxmlformats.org/officeDocument/2006/relationships/notesSlide" Target="/ppt/notesSlides/notesSlide8.xml" Id="Rb8651583dd6b4baf" /></Relationships>
</file>

<file path=ppt/slides/_rels/slide9.xml.rels>&#65279;<?xml version="1.0" encoding="utf-8"?><Relationships xmlns="http://schemas.openxmlformats.org/package/2006/relationships"><Relationship Type="http://schemas.openxmlformats.org/officeDocument/2006/relationships/slideLayout" Target="/ppt/slideLayouts/slideLayout8.xml" Id="R5d22dcef86ef4bde" /><Relationship Type="http://schemas.openxmlformats.org/officeDocument/2006/relationships/image" Target="/ppt/media/image6.png" Id="R33d49c39fd60496c" /><Relationship Type="http://schemas.openxmlformats.org/officeDocument/2006/relationships/notesSlide" Target="/ppt/notesSlides/notesSlide9.xml" Id="R952ba3cf4042462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8.xml" Id="Rd8f2de8b2cac4d4e" /><Relationship Type="http://schemas.openxmlformats.org/officeDocument/2006/relationships/image" Target="/ppt/media/image6.png" Id="R629da5c5d14945a1" /><Relationship Type="http://schemas.openxmlformats.org/officeDocument/2006/relationships/notesSlide" Target="/ppt/notesSlides/notesSlide10.xml" Id="Rf8245cb09bbf4fa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8.xml" Id="R051990c8f6194d50" /><Relationship Type="http://schemas.openxmlformats.org/officeDocument/2006/relationships/image" Target="/ppt/media/image6.png" Id="Rb9c54a9d0fcf40e7" /><Relationship Type="http://schemas.openxmlformats.org/officeDocument/2006/relationships/notesSlide" Target="/ppt/notesSlides/notesSlide11.xml" Id="R05a5db23022e4b5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8.xml" Id="R478c4e5fe460413e" /><Relationship Type="http://schemas.openxmlformats.org/officeDocument/2006/relationships/image" Target="/ppt/media/image6.png" Id="R51404da027584638" /><Relationship Type="http://schemas.openxmlformats.org/officeDocument/2006/relationships/notesSlide" Target="/ppt/notesSlides/notesSlide12.xml" Id="R10355f3eb7e3432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8.xml" Id="R029e678c3ce04def" /><Relationship Type="http://schemas.openxmlformats.org/officeDocument/2006/relationships/image" Target="/ppt/media/image6.png" Id="Rb2a927e47b934b34" /><Relationship Type="http://schemas.openxmlformats.org/officeDocument/2006/relationships/notesSlide" Target="/ppt/notesSlides/notesSlide13.xml" Id="Rccebfc479395488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8.xml" Id="R3cac65bc7a8f4af6" /><Relationship Type="http://schemas.openxmlformats.org/officeDocument/2006/relationships/image" Target="/ppt/media/image6.png" Id="Re78ff3de08624f58" /><Relationship Type="http://schemas.openxmlformats.org/officeDocument/2006/relationships/image" Target="/ppt/media/image7.png" Id="R85d59661a9d14c4c" /><Relationship Type="http://schemas.openxmlformats.org/officeDocument/2006/relationships/image" Target="/ppt/media/image8.png" Id="R6d76d71dabc64969" /><Relationship Type="http://schemas.openxmlformats.org/officeDocument/2006/relationships/notesSlide" Target="/ppt/notesSlides/notesSlide14.xml" Id="R3f915a5b2354412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8.xml" Id="R291b2e5d278b4224" /><Relationship Type="http://schemas.openxmlformats.org/officeDocument/2006/relationships/image" Target="/ppt/media/image6.png" Id="Racea85189df54651" /><Relationship Type="http://schemas.openxmlformats.org/officeDocument/2006/relationships/image" Target="/ppt/media/image9.png" Id="R442eb5c7629a40de" /><Relationship Type="http://schemas.openxmlformats.org/officeDocument/2006/relationships/image" Target="/ppt/media/image10.png" Id="Rc2e31f3aa3db4701" /><Relationship Type="http://schemas.openxmlformats.org/officeDocument/2006/relationships/notesSlide" Target="/ppt/notesSlides/notesSlide15.xml" Id="R05d22d81caf94af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8.xml" Id="Reefe5fbb9a1d4e07" /><Relationship Type="http://schemas.openxmlformats.org/officeDocument/2006/relationships/image" Target="/ppt/media/image6.png" Id="R783f0ebf352348bc" /><Relationship Type="http://schemas.openxmlformats.org/officeDocument/2006/relationships/image" Target="/ppt/media/image11.png" Id="R45e98bee08384db8" /><Relationship Type="http://schemas.openxmlformats.org/officeDocument/2006/relationships/notesSlide" Target="/ppt/notesSlides/notesSlide16.xml" Id="Rc9f24100af2b409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8.xml" Id="R2487f8341abd4384" /><Relationship Type="http://schemas.openxmlformats.org/officeDocument/2006/relationships/image" Target="/ppt/media/image6.png" Id="R3474c26a46624f41" /><Relationship Type="http://schemas.openxmlformats.org/officeDocument/2006/relationships/notesSlide" Target="/ppt/notesSlides/notesSlide17.xml" Id="R684d0a3fe16c4e6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8.xml" Id="R84b9465fa49b4523" /><Relationship Type="http://schemas.openxmlformats.org/officeDocument/2006/relationships/image" Target="/ppt/media/image6.png" Id="R4118d7a35c2542d9" /><Relationship Type="http://schemas.openxmlformats.org/officeDocument/2006/relationships/image" Target="/ppt/media/image12.png" Id="R739907f903754634" /><Relationship Type="http://schemas.openxmlformats.org/officeDocument/2006/relationships/notesSlide" Target="/ppt/notesSlides/notesSlide18.xml" Id="Ra4922d2d4cbd408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3.xml" Id="R4a7776485dd741de" /><Relationship Type="http://schemas.openxmlformats.org/officeDocument/2006/relationships/image" Target="/ppt/media/image5.png" Id="R1b5e187a64844c9f" /><Relationship Type="http://schemas.openxmlformats.org/officeDocument/2006/relationships/image" Target="/ppt/media/image13.png" Id="R3c45a088063742da" /><Relationship Type="http://schemas.openxmlformats.org/officeDocument/2006/relationships/image" Target="/ppt/media/image6.png" Id="Rf977c422a1a24727" /><Relationship Type="http://schemas.openxmlformats.org/officeDocument/2006/relationships/notesSlide" Target="/ppt/notesSlides/notesSlide19.xml" Id="R7051def0c0cc49c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8.xml" Id="R3800b44db8404252" /><Relationship Type="http://schemas.openxmlformats.org/officeDocument/2006/relationships/image" Target="/ppt/media/image6.png" Id="R319a9a9096934388" /><Relationship Type="http://schemas.openxmlformats.org/officeDocument/2006/relationships/notesSlide" Target="/ppt/notesSlides/notesSlide20.xml" Id="R4e621004e8954df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5.xml" Id="Rb46b87a96be148f7" /><Relationship Type="http://schemas.openxmlformats.org/officeDocument/2006/relationships/image" Target="/ppt/media/image5.png" Id="R35ffb6f38a9b49a2" /><Relationship Type="http://schemas.openxmlformats.org/officeDocument/2006/relationships/image" Target="/ppt/media/image14.png" Id="R8220e1219c3b4145" /><Relationship Type="http://schemas.openxmlformats.org/officeDocument/2006/relationships/image" Target="/ppt/media/image6.png" Id="Re401cbefef0d4643" /><Relationship Type="http://schemas.openxmlformats.org/officeDocument/2006/relationships/notesSlide" Target="/ppt/notesSlides/notesSlide21.xml" Id="R08e99f97f976406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5134" name="图片 3"/>
          <p:cNvPicPr>
            <a:picLocks xmlns:a="http://schemas.openxmlformats.org/drawingml/2006/main" noChangeAspect="1"/>
          </p:cNvPicPr>
          <p:nvPr/>
        </p:nvPicPr>
        <p:blipFill>
          <a:blip xmlns:r="http://schemas.openxmlformats.org/officeDocument/2006/relationships" xmlns:a="http://schemas.openxmlformats.org/drawingml/2006/main" r:embed="R22c0a031297f48f5"/>
          <a:stretch xmlns:a="http://schemas.openxmlformats.org/drawingml/2006/main">
            <a:fillRect l="0" t="0" r="0" b="0"/>
          </a:stretch>
        </p:blipFill>
        <p:spPr>
          <a:xfrm xmlns:a="http://schemas.openxmlformats.org/drawingml/2006/main">
            <a:off x="251460" y="3789045"/>
            <a:ext cx="8692515" cy="2997200"/>
          </a:xfrm>
          <a:prstGeom xmlns:a="http://schemas.openxmlformats.org/drawingml/2006/main" prst="rect">
            <a:avLst/>
          </a:prstGeom>
        </p:spPr>
      </p:pic>
      <p:sp>
        <p:nvSpPr>
          <p:cNvPr id="28" name="矩形 27">
            <a:extLst xmlns:a="http://schemas.openxmlformats.org/drawingml/2006/main">
              <a:ext uri="{FF2B5EF4-FFF2-40B4-BE49-F238E27FC236}">
                <a16:creationId xmlns:a16="http://schemas.microsoft.com/office/drawing/2014/main" id="{90F1A8E1-77FB-448D-9B01-FB73978218CA}"/>
              </a:ext>
            </a:extLst>
          </p:cNvPr>
          <p:cNvSpPr>
            <a:spLocks xmlns:a="http://schemas.openxmlformats.org/drawingml/2006/main" noGrp="1"/>
          </p:cNvSpPr>
          <p:nvPr/>
        </p:nvSpPr>
        <p:spPr>
          <a:xfrm xmlns:a="http://schemas.openxmlformats.org/drawingml/2006/main">
            <a:off x="207" y="1770049"/>
            <a:ext cx="9150351" cy="1236875"/>
          </a:xfrm>
          <a:prstGeom xmlns:a="http://schemas.openxmlformats.org/drawingml/2006/main" prst="rect">
            <a:avLst/>
          </a:prstGeom>
          <a:solidFill xmlns:a="http://schemas.openxmlformats.org/drawingml/2006/main">
            <a:srgbClr val="037DC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Font typeface="Arial"/>
              <a:buNone/>
            </a:pPr>
            <a:endParaRPr sz="1350"/>
          </a:p>
        </p:txBody>
      </p:sp>
      <p:sp>
        <p:nvSpPr>
          <p:cNvPr id="30" name="文本框 29">
            <a:extLst xmlns:a="http://schemas.openxmlformats.org/drawingml/2006/main">
              <a:ext uri="{FF2B5EF4-FFF2-40B4-BE49-F238E27FC236}">
                <a16:creationId xmlns:a16="http://schemas.microsoft.com/office/drawing/2014/main" id="{3930E74D-0C8C-434A-8EB2-ED3842C497EA}"/>
              </a:ext>
            </a:extLst>
          </p:cNvPr>
          <p:cNvSpPr>
            <a:spLocks xmlns:a="http://schemas.openxmlformats.org/drawingml/2006/main" noGrp="1"/>
          </p:cNvSpPr>
          <p:nvPr/>
        </p:nvSpPr>
        <p:spPr>
          <a:xfrm xmlns:a="http://schemas.openxmlformats.org/drawingml/2006/main">
            <a:off x="827207" y="2132271"/>
            <a:ext cx="7777837" cy="5835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spAutoFit/>
          </a:bodyPr>
          <a:lstStyle xmlns:a="http://schemas.openxmlformats.org/drawingml/2006/main">
            <a:lvl1pPr>
              <a:spcBef>
                <a:spcPct val="20000"/>
              </a:spcBef>
              <a:buChar char="•"/>
              <a:defRPr sz="3200">
                <a:solidFill>
                  <a:schemeClr val="tx1"/>
                </a:solidFill>
                <a:latin typeface="Arial"/>
                <a:ea typeface="Arial"/>
                <a:cs typeface="Arial"/>
              </a:defRPr>
            </a:lvl1pPr>
            <a:lvl2pPr marL="742950" indent="-285750">
              <a:spcBef>
                <a:spcPct val="20000"/>
              </a:spcBef>
              <a:buChar char="–"/>
              <a:defRPr sz="2800">
                <a:solidFill>
                  <a:schemeClr val="tx1"/>
                </a:solidFill>
                <a:latin typeface="Arial"/>
                <a:ea typeface="Arial"/>
                <a:cs typeface="Arial"/>
              </a:defRPr>
            </a:lvl2pPr>
            <a:lvl3pPr marL="1143000" indent="-228600">
              <a:spcBef>
                <a:spcPct val="20000"/>
              </a:spcBef>
              <a:buChar char="•"/>
              <a:defRPr sz="2400">
                <a:solidFill>
                  <a:schemeClr val="tx1"/>
                </a:solidFill>
                <a:latin typeface="Arial"/>
                <a:ea typeface="Arial"/>
                <a:cs typeface="Arial"/>
              </a:defRPr>
            </a:lvl3pPr>
            <a:lvl4pPr marL="1600200" indent="-228600">
              <a:spcBef>
                <a:spcPct val="20000"/>
              </a:spcBef>
              <a:buChar char="–"/>
              <a:defRPr sz="2000">
                <a:solidFill>
                  <a:schemeClr val="tx1"/>
                </a:solidFill>
                <a:latin typeface="Arial"/>
                <a:ea typeface="Arial"/>
                <a:cs typeface="Arial"/>
              </a:defRPr>
            </a:lvl4pPr>
            <a:lvl5pPr marL="2057400" indent="-228600">
              <a:spcBef>
                <a:spcPct val="20000"/>
              </a:spcBef>
              <a:buChar char="»"/>
              <a:defRPr sz="2000">
                <a:solidFill>
                  <a:schemeClr val="tx1"/>
                </a:solidFill>
                <a:latin typeface="Arial"/>
                <a:ea typeface="Arial"/>
                <a:cs typeface="Arial"/>
              </a:defRPr>
            </a:lvl5pPr>
            <a:lvl6pPr marL="2514600" indent="-228600">
              <a:spcBef>
                <a:spcPct val="20000"/>
              </a:spcBef>
              <a:spcAft>
                <a:spcPct val="0"/>
              </a:spcAft>
              <a:buChar char="»"/>
              <a:defRPr sz="2000">
                <a:solidFill>
                  <a:schemeClr val="tx1"/>
                </a:solidFill>
                <a:latin typeface="Arial"/>
                <a:ea typeface="Arial"/>
                <a:cs typeface="Arial"/>
              </a:defRPr>
            </a:lvl6pPr>
            <a:lvl7pPr marL="2971800" indent="-228600">
              <a:spcBef>
                <a:spcPct val="20000"/>
              </a:spcBef>
              <a:spcAft>
                <a:spcPct val="0"/>
              </a:spcAft>
              <a:buChar char="»"/>
              <a:defRPr sz="2000">
                <a:solidFill>
                  <a:schemeClr val="tx1"/>
                </a:solidFill>
                <a:latin typeface="Arial"/>
                <a:ea typeface="Arial"/>
                <a:cs typeface="Arial"/>
              </a:defRPr>
            </a:lvl7pPr>
            <a:lvl8pPr marL="3429000" indent="-228600">
              <a:spcBef>
                <a:spcPct val="20000"/>
              </a:spcBef>
              <a:spcAft>
                <a:spcPct val="0"/>
              </a:spcAft>
              <a:buChar char="»"/>
              <a:defRPr sz="2000">
                <a:solidFill>
                  <a:schemeClr val="tx1"/>
                </a:solidFill>
                <a:latin typeface="Arial"/>
                <a:ea typeface="Arial"/>
                <a:cs typeface="Arial"/>
              </a:defRPr>
            </a:lvl8pPr>
            <a:lvl9pPr marL="3886200" indent="-228600">
              <a:spcBef>
                <a:spcPct val="20000"/>
              </a:spcBef>
              <a:spcAft>
                <a:spcPct val="0"/>
              </a:spcAft>
              <a:buChar char="»"/>
              <a:defRPr sz="2000">
                <a:solidFill>
                  <a:schemeClr val="tx1"/>
                </a:solidFill>
                <a:latin typeface="Arial"/>
                <a:ea typeface="Arial"/>
                <a:cs typeface="Arial"/>
              </a:defRPr>
            </a:lvl9pPr>
          </a:lstStyle>
          <a:p xmlns:a="http://schemas.openxmlformats.org/drawingml/2006/main">
            <a:pPr algn="ctr">
              <a:spcBef>
                <a:spcPct val="0"/>
              </a:spcBef>
              <a:buFontTx/>
              <a:buNone/>
            </a:pPr>
            <a:r>
              <a:rPr b="1">
                <a:solidFill>
                  <a:schemeClr val="bg1"/>
                </a:solidFill>
              </a:rPr>
              <a:t>学习情况汇报</a:t>
            </a:r>
          </a:p>
        </p:txBody>
      </p:sp>
      <p:sp>
        <p:nvSpPr>
          <p:cNvPr id="31" name="文本框 30">
            <a:extLst xmlns:a="http://schemas.openxmlformats.org/drawingml/2006/main">
              <a:ext uri="{FF2B5EF4-FFF2-40B4-BE49-F238E27FC236}">
                <a16:creationId xmlns:a16="http://schemas.microsoft.com/office/drawing/2014/main" id="{1AD24406-C467-4F91-B3DC-678C5BBF8911}"/>
              </a:ext>
            </a:extLst>
          </p:cNvPr>
          <p:cNvSpPr>
            <a:spLocks xmlns:a="http://schemas.openxmlformats.org/drawingml/2006/main" noGrp="1"/>
          </p:cNvSpPr>
          <p:nvPr/>
        </p:nvSpPr>
        <p:spPr>
          <a:xfrm xmlns:a="http://schemas.openxmlformats.org/drawingml/2006/main">
            <a:off x="2916135" y="3861203"/>
            <a:ext cx="5040350" cy="9531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sz="2800" b="1">
                <a:ln w="9525">
                  <a:solidFill>
                    <a:prstClr val="white"/>
                  </a:solidFill>
                  <a:prstDash val="solid"/>
                </a:ln>
                <a:solidFill>
                  <a:schemeClr val="tx1"/>
                </a:solidFill>
                <a:latin typeface="黑体"/>
                <a:ea typeface="黑体"/>
                <a:cs typeface="黑体"/>
              </a:rPr>
              <a:t>  汇报人：吕嘉铖</a:t>
            </a:r>
          </a:p>
          <a:p xmlns:a="http://schemas.openxmlformats.org/drawingml/2006/main">
            <a:pPr>
              <a:buNone/>
            </a:pPr>
            <a:r>
              <a:rPr sz="2800" b="1">
                <a:ln w="9525">
                  <a:solidFill>
                    <a:prstClr val="white"/>
                  </a:solidFill>
                  <a:prstDash val="solid"/>
                </a:ln>
                <a:solidFill>
                  <a:schemeClr val="tx1"/>
                </a:solidFill>
                <a:latin typeface="黑体"/>
                <a:ea typeface="黑体"/>
                <a:cs typeface="黑体"/>
              </a:rPr>
              <a:t>  导  师：楚永贺</a:t>
            </a:r>
            <a:endParaRPr sz="2800" b="1">
              <a:ln w="9525">
                <a:solidFill>
                  <a:prstClr val="white"/>
                </a:solidFill>
                <a:prstDash val="solid"/>
              </a:ln>
              <a:solidFill>
                <a:srgbClr val="0070C0"/>
              </a:solidFill>
              <a:latin typeface="黑体"/>
              <a:ea typeface="黑体"/>
              <a:cs typeface="黑体"/>
            </a:endParaRPr>
          </a:p>
        </p:txBody>
      </p:sp>
      <p:sp>
        <p:nvSpPr>
          <p:cNvPr id="32" name="矩形 31">
            <a:extLst xmlns:a="http://schemas.openxmlformats.org/drawingml/2006/main">
              <a:ext uri="{FF2B5EF4-FFF2-40B4-BE49-F238E27FC236}">
                <a16:creationId xmlns:a16="http://schemas.microsoft.com/office/drawing/2014/main" id="{6AA3E8B7-F772-4538-B876-9FED468A5D8F}"/>
              </a:ext>
            </a:extLst>
          </p:cNvPr>
          <p:cNvSpPr>
            <a:spLocks xmlns:a="http://schemas.openxmlformats.org/drawingml/2006/main" noGrp="1"/>
          </p:cNvSpPr>
          <p:nvPr/>
        </p:nvSpPr>
        <p:spPr>
          <a:xfrm xmlns:a="http://schemas.openxmlformats.org/drawingml/2006/main">
            <a:off x="8412163" y="2573536"/>
            <a:ext cx="290512" cy="279400"/>
          </a:xfrm>
          <a:prstGeom xmlns:a="http://schemas.openxmlformats.org/drawingml/2006/main" prst="rect">
            <a:avLst/>
          </a:prstGeom>
          <a:solidFill xmlns:a="http://schemas.openxmlformats.org/drawingml/2006/main">
            <a:srgbClr val="037DCB"/>
          </a:solidFill>
          <a:ln xmlns:a="http://schemas.openxmlformats.org/drawingml/2006/main">
            <a:noFill/>
          </a:ln>
          <a:effectLst xmlns:a="http://schemas.openxmlformats.org/drawingml/2006/main">
            <a:outerShdw blurRad="50800" dist="38100" dir="5400000" algn="t"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Font typeface="Arial"/>
              <a:buNone/>
            </a:pPr>
            <a:endParaRPr sz="1350"/>
          </a:p>
        </p:txBody>
      </p:sp>
      <p:sp>
        <p:nvSpPr>
          <p:cNvPr id="33" name="矩形 32">
            <a:extLst xmlns:a="http://schemas.openxmlformats.org/drawingml/2006/main">
              <a:ext uri="{FF2B5EF4-FFF2-40B4-BE49-F238E27FC236}">
                <a16:creationId xmlns:a16="http://schemas.microsoft.com/office/drawing/2014/main" id="{598F1E41-5A04-4B7F-B85E-C6348BDCB518}"/>
              </a:ext>
            </a:extLst>
          </p:cNvPr>
          <p:cNvSpPr>
            <a:spLocks xmlns:a="http://schemas.openxmlformats.org/drawingml/2006/main" noGrp="1"/>
          </p:cNvSpPr>
          <p:nvPr/>
        </p:nvSpPr>
        <p:spPr>
          <a:xfrm xmlns:a="http://schemas.openxmlformats.org/drawingml/2006/main">
            <a:off x="8210553" y="2363989"/>
            <a:ext cx="201613" cy="201613"/>
          </a:xfrm>
          <a:prstGeom xmlns:a="http://schemas.openxmlformats.org/drawingml/2006/main" prst="rect">
            <a:avLst/>
          </a:prstGeom>
          <a:solidFill xmlns:a="http://schemas.openxmlformats.org/drawingml/2006/main">
            <a:srgbClr val="3597D5"/>
          </a:solidFill>
          <a:ln xmlns:a="http://schemas.openxmlformats.org/drawingml/2006/main">
            <a:noFill/>
          </a:ln>
          <a:effectLst xmlns:a="http://schemas.openxmlformats.org/drawingml/2006/main">
            <a:outerShdw blurRad="50800" dist="38100" dir="2700000" algn="tl"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Font typeface="Arial"/>
              <a:buNone/>
            </a:pPr>
            <a:endParaRPr sz="1350"/>
          </a:p>
        </p:txBody>
      </p:sp>
      <p:sp>
        <p:nvSpPr>
          <p:cNvPr id="35" name="Freeform 5">
            <a:extLst xmlns:a="http://schemas.openxmlformats.org/drawingml/2006/main">
              <a:ext uri="{FF2B5EF4-FFF2-40B4-BE49-F238E27FC236}">
                <a16:creationId xmlns:a16="http://schemas.microsoft.com/office/drawing/2014/main" id="{C6A267BE-A769-4CF0-8C6D-0B991BF85623}"/>
              </a:ext>
            </a:extLst>
          </p:cNvPr>
          <p:cNvSpPr>
            <a:spLocks xmlns:a="http://schemas.openxmlformats.org/drawingml/2006/main" noGrp="1"/>
          </p:cNvSpPr>
          <p:nvPr/>
        </p:nvSpPr>
        <p:spPr>
          <a:xfrm xmlns:a="http://schemas.openxmlformats.org/drawingml/2006/main">
            <a:off x="8412163" y="2060258"/>
            <a:ext cx="417512" cy="366712"/>
          </a:xfrm>
          <a:custGeom xmlns:a="http://schemas.openxmlformats.org/drawingml/2006/main">
            <a:gdLst>
              <a:gd name="T0" fmla="*/ 17 w 68"/>
              <a:gd name="T1" fmla="*/ 26 h 60"/>
              <a:gd name="T2" fmla="*/ 33 w 68"/>
              <a:gd name="T3" fmla="*/ 31 h 60"/>
              <a:gd name="T4" fmla="*/ 33 w 68"/>
              <a:gd name="T5" fmla="*/ 31 h 60"/>
              <a:gd name="T6" fmla="*/ 49 w 68"/>
              <a:gd name="T7" fmla="*/ 26 h 60"/>
              <a:gd name="T8" fmla="*/ 34 w 68"/>
              <a:gd name="T9" fmla="*/ 18 h 60"/>
              <a:gd name="T10" fmla="*/ 59 w 68"/>
              <a:gd name="T11" fmla="*/ 16 h 60"/>
              <a:gd name="T12" fmla="*/ 55 w 68"/>
              <a:gd name="T13" fmla="*/ 23 h 60"/>
              <a:gd name="T14" fmla="*/ 56 w 68"/>
              <a:gd name="T15" fmla="*/ 15 h 60"/>
              <a:gd name="T16" fmla="*/ 56 w 68"/>
              <a:gd name="T17" fmla="*/ 12 h 60"/>
              <a:gd name="T18" fmla="*/ 52 w 68"/>
              <a:gd name="T19" fmla="*/ 23 h 60"/>
              <a:gd name="T20" fmla="*/ 68 w 68"/>
              <a:gd name="T21" fmla="*/ 32 h 60"/>
              <a:gd name="T22" fmla="*/ 68 w 68"/>
              <a:gd name="T23" fmla="*/ 34 h 60"/>
              <a:gd name="T24" fmla="*/ 67 w 68"/>
              <a:gd name="T25" fmla="*/ 34 h 60"/>
              <a:gd name="T26" fmla="*/ 29 w 68"/>
              <a:gd name="T27" fmla="*/ 50 h 60"/>
              <a:gd name="T28" fmla="*/ 68 w 68"/>
              <a:gd name="T29" fmla="*/ 45 h 60"/>
              <a:gd name="T30" fmla="*/ 30 w 68"/>
              <a:gd name="T31" fmla="*/ 60 h 60"/>
              <a:gd name="T32" fmla="*/ 28 w 68"/>
              <a:gd name="T33" fmla="*/ 59 h 60"/>
              <a:gd name="T34" fmla="*/ 3 w 68"/>
              <a:gd name="T35" fmla="*/ 25 h 60"/>
              <a:gd name="T36" fmla="*/ 14 w 68"/>
              <a:gd name="T37" fmla="*/ 23 h 60"/>
              <a:gd name="T38" fmla="*/ 1 w 68"/>
              <a:gd name="T39" fmla="*/ 10 h 60"/>
              <a:gd name="T40" fmla="*/ 32 w 68"/>
              <a:gd name="T41" fmla="*/ 0 h 60"/>
              <a:gd name="T42" fmla="*/ 65 w 68"/>
              <a:gd name="T43" fmla="*/ 9 h 60"/>
              <a:gd name="T44" fmla="*/ 59 w 68"/>
              <a:gd name="T45" fmla="*/ 14 h 60"/>
              <a:gd name="T46" fmla="*/ 59 w 68"/>
              <a:gd name="T47" fmla="*/ 16 h 60"/>
              <a:gd name="T48" fmla="*/ 58 w 68"/>
              <a:gd name="T49" fmla="*/ 9 h 60"/>
              <a:gd name="T50" fmla="*/ 33 w 68"/>
              <a:gd name="T51" fmla="*/ 4 h 60"/>
              <a:gd name="T52" fmla="*/ 33 w 68"/>
              <a:gd name="T53" fmla="*/ 8 h 60"/>
              <a:gd name="T54" fmla="*/ 54 w 68"/>
              <a:gd name="T55" fmla="*/ 10 h 60"/>
              <a:gd name="T56" fmla="*/ 32 w 68"/>
              <a:gd name="T57" fmla="*/ 53 h 60"/>
              <a:gd name="T58" fmla="*/ 67 w 68"/>
              <a:gd name="T59" fmla="*/ 42 h 60"/>
              <a:gd name="T60" fmla="*/ 32 w 68"/>
              <a:gd name="T61" fmla="*/ 49 h 60"/>
              <a:gd name="T62" fmla="*/ 67 w 68"/>
              <a:gd name="T63" fmla="*/ 40 h 60"/>
              <a:gd name="T64" fmla="*/ 32 w 68"/>
              <a:gd name="T65" fmla="*/ 49 h 60"/>
              <a:gd name="T66" fmla="*/ 32 w 68"/>
              <a:gd name="T67" fmla="*/ 47 h 60"/>
              <a:gd name="T68" fmla="*/ 67 w 68"/>
              <a:gd name="T69" fmla="*/ 36 h 60"/>
            </a:gdLst>
            <a:rect l="0" t="0" r="r" b="b"/>
            <a:pathLst>
              <a:path w="68" h="60">
                <a:moveTo>
                  <a:pt x="17" y="14"/>
                </a:moveTo>
                <a:cubicBezTo>
                  <a:pt x="17" y="26"/>
                  <a:pt x="17" y="26"/>
                  <a:pt x="17" y="26"/>
                </a:cubicBezTo>
                <a:cubicBezTo>
                  <a:pt x="17" y="26"/>
                  <a:pt x="18" y="27"/>
                  <a:pt x="18" y="27"/>
                </a:cubicBezTo>
                <a:cubicBezTo>
                  <a:pt x="22" y="28"/>
                  <a:pt x="29" y="31"/>
                  <a:pt x="33" y="31"/>
                </a:cubicBezTo>
                <a:cubicBezTo>
                  <a:pt x="33" y="31"/>
                  <a:pt x="33" y="31"/>
                  <a:pt x="33" y="31"/>
                </a:cubicBezTo>
                <a:cubicBezTo>
                  <a:pt x="33" y="31"/>
                  <a:pt x="33" y="31"/>
                  <a:pt x="33" y="31"/>
                </a:cubicBezTo>
                <a:cubicBezTo>
                  <a:pt x="36" y="31"/>
                  <a:pt x="39" y="30"/>
                  <a:pt x="41" y="30"/>
                </a:cubicBezTo>
                <a:cubicBezTo>
                  <a:pt x="45" y="29"/>
                  <a:pt x="47" y="27"/>
                  <a:pt x="49" y="26"/>
                </a:cubicBezTo>
                <a:cubicBezTo>
                  <a:pt x="49" y="14"/>
                  <a:pt x="49" y="14"/>
                  <a:pt x="49" y="14"/>
                </a:cubicBezTo>
                <a:cubicBezTo>
                  <a:pt x="34" y="18"/>
                  <a:pt x="34" y="18"/>
                  <a:pt x="34" y="18"/>
                </a:cubicBezTo>
                <a:cubicBezTo>
                  <a:pt x="17" y="14"/>
                  <a:pt x="17" y="14"/>
                  <a:pt x="17" y="14"/>
                </a:cubicBezTo>
                <a:close/>
                <a:moveTo>
                  <a:pt x="59" y="16"/>
                </a:moveTo>
                <a:cubicBezTo>
                  <a:pt x="61" y="23"/>
                  <a:pt x="61" y="23"/>
                  <a:pt x="61" y="23"/>
                </a:cubicBezTo>
                <a:cubicBezTo>
                  <a:pt x="59" y="25"/>
                  <a:pt x="57" y="25"/>
                  <a:pt x="55" y="23"/>
                </a:cubicBezTo>
                <a:cubicBezTo>
                  <a:pt x="56" y="16"/>
                  <a:pt x="56" y="16"/>
                  <a:pt x="56" y="16"/>
                </a:cubicBezTo>
                <a:cubicBezTo>
                  <a:pt x="56" y="16"/>
                  <a:pt x="56" y="16"/>
                  <a:pt x="56" y="15"/>
                </a:cubicBezTo>
                <a:cubicBezTo>
                  <a:pt x="56" y="15"/>
                  <a:pt x="56" y="14"/>
                  <a:pt x="56" y="14"/>
                </a:cubicBezTo>
                <a:cubicBezTo>
                  <a:pt x="56" y="12"/>
                  <a:pt x="56" y="12"/>
                  <a:pt x="56" y="12"/>
                </a:cubicBezTo>
                <a:cubicBezTo>
                  <a:pt x="52" y="13"/>
                  <a:pt x="52" y="13"/>
                  <a:pt x="52" y="13"/>
                </a:cubicBezTo>
                <a:cubicBezTo>
                  <a:pt x="52" y="23"/>
                  <a:pt x="52" y="23"/>
                  <a:pt x="52" y="23"/>
                </a:cubicBezTo>
                <a:cubicBezTo>
                  <a:pt x="68" y="30"/>
                  <a:pt x="68" y="30"/>
                  <a:pt x="68" y="30"/>
                </a:cubicBezTo>
                <a:cubicBezTo>
                  <a:pt x="68" y="32"/>
                  <a:pt x="68" y="32"/>
                  <a:pt x="68" y="32"/>
                </a:cubicBezTo>
                <a:cubicBezTo>
                  <a:pt x="68" y="34"/>
                  <a:pt x="68" y="34"/>
                  <a:pt x="68" y="34"/>
                </a:cubicBezTo>
                <a:cubicBezTo>
                  <a:pt x="68" y="34"/>
                  <a:pt x="68" y="34"/>
                  <a:pt x="68" y="34"/>
                </a:cubicBezTo>
                <a:cubicBezTo>
                  <a:pt x="68" y="34"/>
                  <a:pt x="68" y="34"/>
                  <a:pt x="68" y="34"/>
                </a:cubicBezTo>
                <a:cubicBezTo>
                  <a:pt x="67" y="34"/>
                  <a:pt x="67" y="34"/>
                  <a:pt x="67" y="34"/>
                </a:cubicBezTo>
                <a:cubicBezTo>
                  <a:pt x="30" y="44"/>
                  <a:pt x="30" y="44"/>
                  <a:pt x="30" y="44"/>
                </a:cubicBezTo>
                <a:cubicBezTo>
                  <a:pt x="29" y="46"/>
                  <a:pt x="29" y="48"/>
                  <a:pt x="29" y="50"/>
                </a:cubicBezTo>
                <a:cubicBezTo>
                  <a:pt x="29" y="52"/>
                  <a:pt x="29" y="54"/>
                  <a:pt x="30" y="56"/>
                </a:cubicBezTo>
                <a:cubicBezTo>
                  <a:pt x="68" y="45"/>
                  <a:pt x="68" y="45"/>
                  <a:pt x="68" y="45"/>
                </a:cubicBezTo>
                <a:cubicBezTo>
                  <a:pt x="68" y="48"/>
                  <a:pt x="68" y="48"/>
                  <a:pt x="68" y="48"/>
                </a:cubicBezTo>
                <a:cubicBezTo>
                  <a:pt x="30" y="60"/>
                  <a:pt x="30" y="60"/>
                  <a:pt x="30" y="60"/>
                </a:cubicBezTo>
                <a:cubicBezTo>
                  <a:pt x="29" y="60"/>
                  <a:pt x="29" y="60"/>
                  <a:pt x="29" y="60"/>
                </a:cubicBezTo>
                <a:cubicBezTo>
                  <a:pt x="28" y="59"/>
                  <a:pt x="28" y="59"/>
                  <a:pt x="28" y="59"/>
                </a:cubicBezTo>
                <a:cubicBezTo>
                  <a:pt x="3" y="38"/>
                  <a:pt x="3" y="38"/>
                  <a:pt x="3" y="38"/>
                </a:cubicBezTo>
                <a:cubicBezTo>
                  <a:pt x="2" y="34"/>
                  <a:pt x="1" y="30"/>
                  <a:pt x="3" y="25"/>
                </a:cubicBezTo>
                <a:cubicBezTo>
                  <a:pt x="3" y="25"/>
                  <a:pt x="3" y="25"/>
                  <a:pt x="3" y="25"/>
                </a:cubicBezTo>
                <a:cubicBezTo>
                  <a:pt x="14" y="23"/>
                  <a:pt x="14" y="23"/>
                  <a:pt x="14" y="23"/>
                </a:cubicBezTo>
                <a:cubicBezTo>
                  <a:pt x="14" y="13"/>
                  <a:pt x="14" y="13"/>
                  <a:pt x="14" y="13"/>
                </a:cubicBezTo>
                <a:cubicBezTo>
                  <a:pt x="1" y="10"/>
                  <a:pt x="1" y="10"/>
                  <a:pt x="1" y="10"/>
                </a:cubicBezTo>
                <a:cubicBezTo>
                  <a:pt x="0" y="8"/>
                  <a:pt x="0" y="8"/>
                  <a:pt x="0" y="8"/>
                </a:cubicBezTo>
                <a:cubicBezTo>
                  <a:pt x="32" y="0"/>
                  <a:pt x="32" y="0"/>
                  <a:pt x="32" y="0"/>
                </a:cubicBezTo>
                <a:cubicBezTo>
                  <a:pt x="65" y="7"/>
                  <a:pt x="65" y="7"/>
                  <a:pt x="65" y="7"/>
                </a:cubicBezTo>
                <a:cubicBezTo>
                  <a:pt x="65" y="9"/>
                  <a:pt x="65" y="9"/>
                  <a:pt x="65" y="9"/>
                </a:cubicBezTo>
                <a:cubicBezTo>
                  <a:pt x="59" y="11"/>
                  <a:pt x="59" y="11"/>
                  <a:pt x="59" y="11"/>
                </a:cubicBezTo>
                <a:cubicBezTo>
                  <a:pt x="59" y="14"/>
                  <a:pt x="59" y="14"/>
                  <a:pt x="59" y="14"/>
                </a:cubicBezTo>
                <a:cubicBezTo>
                  <a:pt x="59" y="14"/>
                  <a:pt x="59" y="15"/>
                  <a:pt x="59" y="15"/>
                </a:cubicBezTo>
                <a:cubicBezTo>
                  <a:pt x="59" y="16"/>
                  <a:pt x="59" y="16"/>
                  <a:pt x="59" y="16"/>
                </a:cubicBezTo>
                <a:close/>
                <a:moveTo>
                  <a:pt x="54" y="10"/>
                </a:moveTo>
                <a:cubicBezTo>
                  <a:pt x="58" y="9"/>
                  <a:pt x="58" y="9"/>
                  <a:pt x="58" y="9"/>
                </a:cubicBezTo>
                <a:cubicBezTo>
                  <a:pt x="36" y="5"/>
                  <a:pt x="36" y="5"/>
                  <a:pt x="36" y="5"/>
                </a:cubicBezTo>
                <a:cubicBezTo>
                  <a:pt x="36" y="4"/>
                  <a:pt x="34" y="4"/>
                  <a:pt x="33" y="4"/>
                </a:cubicBezTo>
                <a:cubicBezTo>
                  <a:pt x="31" y="4"/>
                  <a:pt x="29" y="5"/>
                  <a:pt x="29" y="6"/>
                </a:cubicBezTo>
                <a:cubicBezTo>
                  <a:pt x="29" y="7"/>
                  <a:pt x="31" y="8"/>
                  <a:pt x="33" y="8"/>
                </a:cubicBezTo>
                <a:cubicBezTo>
                  <a:pt x="34" y="8"/>
                  <a:pt x="35" y="8"/>
                  <a:pt x="36" y="7"/>
                </a:cubicBezTo>
                <a:cubicBezTo>
                  <a:pt x="54" y="10"/>
                  <a:pt x="54" y="10"/>
                  <a:pt x="54" y="10"/>
                </a:cubicBezTo>
                <a:close/>
                <a:moveTo>
                  <a:pt x="32" y="52"/>
                </a:moveTo>
                <a:cubicBezTo>
                  <a:pt x="32" y="53"/>
                  <a:pt x="32" y="53"/>
                  <a:pt x="32" y="53"/>
                </a:cubicBezTo>
                <a:cubicBezTo>
                  <a:pt x="67" y="43"/>
                  <a:pt x="67" y="43"/>
                  <a:pt x="67" y="43"/>
                </a:cubicBezTo>
                <a:cubicBezTo>
                  <a:pt x="67" y="42"/>
                  <a:pt x="67" y="42"/>
                  <a:pt x="67" y="42"/>
                </a:cubicBezTo>
                <a:cubicBezTo>
                  <a:pt x="32" y="52"/>
                  <a:pt x="32" y="52"/>
                  <a:pt x="32" y="52"/>
                </a:cubicBezTo>
                <a:close/>
                <a:moveTo>
                  <a:pt x="32" y="49"/>
                </a:moveTo>
                <a:cubicBezTo>
                  <a:pt x="32" y="49"/>
                  <a:pt x="32" y="49"/>
                  <a:pt x="32" y="49"/>
                </a:cubicBezTo>
                <a:cubicBezTo>
                  <a:pt x="67" y="40"/>
                  <a:pt x="67" y="40"/>
                  <a:pt x="67" y="40"/>
                </a:cubicBezTo>
                <a:cubicBezTo>
                  <a:pt x="67" y="39"/>
                  <a:pt x="67" y="39"/>
                  <a:pt x="67" y="39"/>
                </a:cubicBezTo>
                <a:cubicBezTo>
                  <a:pt x="32" y="49"/>
                  <a:pt x="32" y="49"/>
                  <a:pt x="32" y="49"/>
                </a:cubicBezTo>
                <a:close/>
                <a:moveTo>
                  <a:pt x="31" y="46"/>
                </a:moveTo>
                <a:cubicBezTo>
                  <a:pt x="32" y="47"/>
                  <a:pt x="32" y="47"/>
                  <a:pt x="32" y="47"/>
                </a:cubicBezTo>
                <a:cubicBezTo>
                  <a:pt x="67" y="37"/>
                  <a:pt x="67" y="37"/>
                  <a:pt x="67" y="37"/>
                </a:cubicBezTo>
                <a:cubicBezTo>
                  <a:pt x="67" y="36"/>
                  <a:pt x="67" y="36"/>
                  <a:pt x="67" y="36"/>
                </a:cubicBezTo>
                <a:lnTo>
                  <a:pt x="31" y="46"/>
                </a:lnTo>
                <a:close/>
              </a:path>
            </a:pathLst>
          </a:custGeom>
          <a:solidFill xmlns:a="http://schemas.openxmlformats.org/drawingml/2006/main">
            <a:schemeClr val="bg1"/>
          </a:solidFill>
          <a:ln xmlns:a="http://schemas.openxmlformats.org/drawingml/2006/main">
            <a:noFill/>
          </a:ln>
        </p:spPr>
        <p:txBody>
          <a:bodyPr xmlns:a="http://schemas.openxmlformats.org/drawingml/2006/main" lIns="68580" tIns="34291" rIns="68580" bIns="34291"/>
          <a:lstStyle xmlns:a="http://schemas.openxmlformats.org/drawingml/2006/main"/>
          <a:p xmlns:a="http://schemas.openxmlformats.org/drawingml/2006/main">
            <a:pPr>
              <a:buFont typeface="Arial"/>
              <a:buNone/>
            </a:pPr>
            <a:endParaRPr sz="1350"/>
          </a:p>
        </p:txBody>
      </p:sp>
      <p:sp>
        <p:nvSpPr>
          <p:cNvPr id="5130" name="灯片编号占位符 1">
            <a:extLst xmlns:a="http://schemas.openxmlformats.org/drawingml/2006/main">
              <a:ext uri="{FF2B5EF4-FFF2-40B4-BE49-F238E27FC236}">
                <a16:creationId xmlns:a16="http://schemas.microsoft.com/office/drawing/2014/main" id="{4973A821-6C43-4F77-ACE3-EDA8D6C14822}"/>
              </a:ext>
            </a:extLst>
          </p:cNvPr>
          <p:cNvSpPr>
            <a:spLocks xmlns:a="http://schemas.openxmlformats.org/drawingml/2006/main" noGrp="1"/>
          </p:cNvSpPr>
          <p:nvPr>
            <p:ph type="sldNum" idx="12"/>
          </p:nvPr>
        </p:nvSpPr>
        <p:spPr>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spcBef>
                <a:spcPct val="20000"/>
              </a:spcBef>
              <a:buChar char="•"/>
              <a:defRPr sz="3200">
                <a:solidFill>
                  <a:schemeClr val="tx1"/>
                </a:solidFill>
                <a:latin typeface="Arial"/>
                <a:ea typeface="Arial"/>
                <a:cs typeface="Arial"/>
              </a:defRPr>
            </a:lvl1pPr>
            <a:lvl2pPr marL="742950" indent="-285750">
              <a:spcBef>
                <a:spcPct val="20000"/>
              </a:spcBef>
              <a:buChar char="–"/>
              <a:defRPr sz="2800">
                <a:solidFill>
                  <a:schemeClr val="tx1"/>
                </a:solidFill>
                <a:latin typeface="Arial"/>
                <a:ea typeface="Arial"/>
                <a:cs typeface="Arial"/>
              </a:defRPr>
            </a:lvl2pPr>
            <a:lvl3pPr marL="1143000" indent="-228600">
              <a:spcBef>
                <a:spcPct val="20000"/>
              </a:spcBef>
              <a:buChar char="•"/>
              <a:defRPr sz="2400">
                <a:solidFill>
                  <a:schemeClr val="tx1"/>
                </a:solidFill>
                <a:latin typeface="Arial"/>
                <a:ea typeface="Arial"/>
                <a:cs typeface="Arial"/>
              </a:defRPr>
            </a:lvl3pPr>
            <a:lvl4pPr marL="1600200" indent="-228600">
              <a:spcBef>
                <a:spcPct val="20000"/>
              </a:spcBef>
              <a:buChar char="–"/>
              <a:defRPr sz="2000">
                <a:solidFill>
                  <a:schemeClr val="tx1"/>
                </a:solidFill>
                <a:latin typeface="Arial"/>
                <a:ea typeface="Arial"/>
                <a:cs typeface="Arial"/>
              </a:defRPr>
            </a:lvl4pPr>
            <a:lvl5pPr marL="2057400" indent="-228600">
              <a:spcBef>
                <a:spcPct val="20000"/>
              </a:spcBef>
              <a:buChar char="»"/>
              <a:defRPr sz="2000">
                <a:solidFill>
                  <a:schemeClr val="tx1"/>
                </a:solidFill>
                <a:latin typeface="Arial"/>
                <a:ea typeface="Arial"/>
                <a:cs typeface="Arial"/>
              </a:defRPr>
            </a:lvl5pPr>
            <a:lvl6pPr marL="2514600" indent="-228600">
              <a:spcBef>
                <a:spcPct val="20000"/>
              </a:spcBef>
              <a:spcAft>
                <a:spcPct val="0"/>
              </a:spcAft>
              <a:buChar char="»"/>
              <a:defRPr sz="2000">
                <a:solidFill>
                  <a:schemeClr val="tx1"/>
                </a:solidFill>
                <a:latin typeface="Arial"/>
                <a:ea typeface="Arial"/>
                <a:cs typeface="Arial"/>
              </a:defRPr>
            </a:lvl6pPr>
            <a:lvl7pPr marL="2971800" indent="-228600">
              <a:spcBef>
                <a:spcPct val="20000"/>
              </a:spcBef>
              <a:spcAft>
                <a:spcPct val="0"/>
              </a:spcAft>
              <a:buChar char="»"/>
              <a:defRPr sz="2000">
                <a:solidFill>
                  <a:schemeClr val="tx1"/>
                </a:solidFill>
                <a:latin typeface="Arial"/>
                <a:ea typeface="Arial"/>
                <a:cs typeface="Arial"/>
              </a:defRPr>
            </a:lvl7pPr>
            <a:lvl8pPr marL="3429000" indent="-228600">
              <a:spcBef>
                <a:spcPct val="20000"/>
              </a:spcBef>
              <a:spcAft>
                <a:spcPct val="0"/>
              </a:spcAft>
              <a:buChar char="»"/>
              <a:defRPr sz="2000">
                <a:solidFill>
                  <a:schemeClr val="tx1"/>
                </a:solidFill>
                <a:latin typeface="Arial"/>
                <a:ea typeface="Arial"/>
                <a:cs typeface="Arial"/>
              </a:defRPr>
            </a:lvl8pPr>
            <a:lvl9pPr marL="3886200" indent="-228600">
              <a:spcBef>
                <a:spcPct val="20000"/>
              </a:spcBef>
              <a:spcAft>
                <a:spcPct val="0"/>
              </a:spcAft>
              <a:buChar char="»"/>
              <a:defRPr sz="2000">
                <a:solidFill>
                  <a:schemeClr val="tx1"/>
                </a:solidFill>
                <a:latin typeface="Arial"/>
                <a:ea typeface="Arial"/>
                <a:cs typeface="Arial"/>
              </a:defRPr>
            </a:lvl9pPr>
          </a:lstStyle>
          <a:p xmlns:a="http://schemas.openxmlformats.org/drawingml/2006/main">
            <a:pPr>
              <a:spcBef>
                <a:spcPct val="0"/>
              </a:spcBef>
              <a:buFontTx/>
              <a:buNone/>
            </a:pPr>
            <a:endParaRPr sz="1400"/>
          </a:p>
        </p:txBody>
      </p:sp>
      <p:sp>
        <p:nvSpPr>
          <p:cNvPr id="14" name="矩形 13">
            <a:extLst xmlns:a="http://schemas.openxmlformats.org/drawingml/2006/main">
              <a:ext uri="{FF2B5EF4-FFF2-40B4-BE49-F238E27FC236}">
                <a16:creationId xmlns:a16="http://schemas.microsoft.com/office/drawing/2014/main" id="{D6666967-152D-4091-BCA4-BF74A1836716}"/>
              </a:ext>
            </a:extLst>
          </p:cNvPr>
          <p:cNvSpPr>
            <a:spLocks xmlns:a="http://schemas.openxmlformats.org/drawingml/2006/main" noGrp="1"/>
          </p:cNvSpPr>
          <p:nvPr/>
        </p:nvSpPr>
        <p:spPr>
          <a:xfrm xmlns:a="http://schemas.openxmlformats.org/drawingml/2006/main">
            <a:off x="0" y="3134527"/>
            <a:ext cx="9144000" cy="601663"/>
          </a:xfrm>
          <a:prstGeom xmlns:a="http://schemas.openxmlformats.org/drawingml/2006/main" prst="rect">
            <a:avLst/>
          </a:prstGeom>
          <a:solidFill xmlns:a="http://schemas.openxmlformats.org/drawingml/2006/main">
            <a:srgbClr val="453D3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Font typeface="Arial"/>
              <a:buNone/>
            </a:pPr>
            <a:endParaRPr sz="1350"/>
          </a:p>
        </p:txBody>
      </p:sp>
      <p:sp>
        <p:nvSpPr>
          <p:cNvPr id="16" name="文本框 15">
            <a:extLst xmlns:a="http://schemas.openxmlformats.org/drawingml/2006/main">
              <a:ext uri="{FF2B5EF4-FFF2-40B4-BE49-F238E27FC236}">
                <a16:creationId xmlns:a16="http://schemas.microsoft.com/office/drawing/2014/main" id="{24CB049D-24C4-4C89-BEBF-E9691085F5CE}"/>
              </a:ext>
            </a:extLst>
          </p:cNvPr>
          <p:cNvSpPr>
            <a:spLocks xmlns:a="http://schemas.openxmlformats.org/drawingml/2006/main" noGrp="1"/>
          </p:cNvSpPr>
          <p:nvPr/>
        </p:nvSpPr>
        <p:spPr>
          <a:xfrm xmlns:a="http://schemas.openxmlformats.org/drawingml/2006/main">
            <a:off x="158125" y="3245645"/>
            <a:ext cx="8878187" cy="695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spAutoFit/>
          </a:bodyPr>
          <a:lstStyle xmlns:a="http://schemas.openxmlformats.org/drawingml/2006/main">
            <a:lvl1pPr>
              <a:spcBef>
                <a:spcPct val="20000"/>
              </a:spcBef>
              <a:buChar char="•"/>
              <a:defRPr sz="3200">
                <a:solidFill>
                  <a:schemeClr val="tx1"/>
                </a:solidFill>
                <a:latin typeface="Arial"/>
                <a:ea typeface="Arial"/>
                <a:cs typeface="Arial"/>
              </a:defRPr>
            </a:lvl1pPr>
            <a:lvl2pPr marL="742950" indent="-285750">
              <a:spcBef>
                <a:spcPct val="20000"/>
              </a:spcBef>
              <a:buChar char="–"/>
              <a:defRPr sz="2800">
                <a:solidFill>
                  <a:schemeClr val="tx1"/>
                </a:solidFill>
                <a:latin typeface="Arial"/>
                <a:ea typeface="Arial"/>
                <a:cs typeface="Arial"/>
              </a:defRPr>
            </a:lvl2pPr>
            <a:lvl3pPr marL="1143000" indent="-228600">
              <a:spcBef>
                <a:spcPct val="20000"/>
              </a:spcBef>
              <a:buChar char="•"/>
              <a:defRPr sz="2400">
                <a:solidFill>
                  <a:schemeClr val="tx1"/>
                </a:solidFill>
                <a:latin typeface="Arial"/>
                <a:ea typeface="Arial"/>
                <a:cs typeface="Arial"/>
              </a:defRPr>
            </a:lvl3pPr>
            <a:lvl4pPr marL="1600200" indent="-228600">
              <a:spcBef>
                <a:spcPct val="20000"/>
              </a:spcBef>
              <a:buChar char="–"/>
              <a:defRPr sz="2000">
                <a:solidFill>
                  <a:schemeClr val="tx1"/>
                </a:solidFill>
                <a:latin typeface="Arial"/>
                <a:ea typeface="Arial"/>
                <a:cs typeface="Arial"/>
              </a:defRPr>
            </a:lvl4pPr>
            <a:lvl5pPr marL="2057400" indent="-228600">
              <a:spcBef>
                <a:spcPct val="20000"/>
              </a:spcBef>
              <a:buChar char="»"/>
              <a:defRPr sz="2000">
                <a:solidFill>
                  <a:schemeClr val="tx1"/>
                </a:solidFill>
                <a:latin typeface="Arial"/>
                <a:ea typeface="Arial"/>
                <a:cs typeface="Arial"/>
              </a:defRPr>
            </a:lvl5pPr>
            <a:lvl6pPr marL="2514600" indent="-228600">
              <a:spcBef>
                <a:spcPct val="20000"/>
              </a:spcBef>
              <a:spcAft>
                <a:spcPct val="0"/>
              </a:spcAft>
              <a:buChar char="»"/>
              <a:defRPr sz="2000">
                <a:solidFill>
                  <a:schemeClr val="tx1"/>
                </a:solidFill>
                <a:latin typeface="Arial"/>
                <a:ea typeface="Arial"/>
                <a:cs typeface="Arial"/>
              </a:defRPr>
            </a:lvl6pPr>
            <a:lvl7pPr marL="2971800" indent="-228600">
              <a:spcBef>
                <a:spcPct val="20000"/>
              </a:spcBef>
              <a:spcAft>
                <a:spcPct val="0"/>
              </a:spcAft>
              <a:buChar char="»"/>
              <a:defRPr sz="2000">
                <a:solidFill>
                  <a:schemeClr val="tx1"/>
                </a:solidFill>
                <a:latin typeface="Arial"/>
                <a:ea typeface="Arial"/>
                <a:cs typeface="Arial"/>
              </a:defRPr>
            </a:lvl7pPr>
            <a:lvl8pPr marL="3429000" indent="-228600">
              <a:spcBef>
                <a:spcPct val="20000"/>
              </a:spcBef>
              <a:spcAft>
                <a:spcPct val="0"/>
              </a:spcAft>
              <a:buChar char="»"/>
              <a:defRPr sz="2000">
                <a:solidFill>
                  <a:schemeClr val="tx1"/>
                </a:solidFill>
                <a:latin typeface="Arial"/>
                <a:ea typeface="Arial"/>
                <a:cs typeface="Arial"/>
              </a:defRPr>
            </a:lvl8pPr>
            <a:lvl9pPr marL="3886200" indent="-228600">
              <a:spcBef>
                <a:spcPct val="20000"/>
              </a:spcBef>
              <a:spcAft>
                <a:spcPct val="0"/>
              </a:spcAft>
              <a:buChar char="»"/>
              <a:defRPr sz="2000">
                <a:solidFill>
                  <a:schemeClr val="tx1"/>
                </a:solidFill>
                <a:latin typeface="Arial"/>
                <a:ea typeface="Arial"/>
                <a:cs typeface="Arial"/>
              </a:defRPr>
            </a:lvl9pPr>
          </a:lstStyle>
          <a:p xmlns:a="http://schemas.openxmlformats.org/drawingml/2006/main">
            <a:pPr algn="ctr">
              <a:buNone/>
            </a:pPr>
            <a:r>
              <a:rPr sz="2000" b="1">
                <a:solidFill>
                  <a:schemeClr val="bg1"/>
                </a:solidFill>
                <a:latin typeface="Times New Roman"/>
                <a:ea typeface="Times New Roman"/>
                <a:cs typeface="Times New Roman"/>
              </a:rPr>
              <a:t>Learning    Report</a:t>
            </a:r>
          </a:p>
          <a:p xmlns:a="http://schemas.openxmlformats.org/drawingml/2006/main">
            <a:pPr algn="ctr">
              <a:buFontTx/>
              <a:buNone/>
            </a:pPr>
            <a:endParaRPr sz="1600">
              <a:solidFill>
                <a:schemeClr val="bg1"/>
              </a:solidFill>
            </a:endParaRPr>
          </a:p>
        </p:txBody>
      </p:sp>
      <p:pic>
        <p:nvPicPr>
          <p:cNvPr id="5144" name="图片 2"/>
          <p:cNvPicPr>
            <a:picLocks xmlns:a="http://schemas.openxmlformats.org/drawingml/2006/main" noChangeAspect="1"/>
          </p:cNvPicPr>
          <p:nvPr/>
        </p:nvPicPr>
        <p:blipFill>
          <a:blip xmlns:r="http://schemas.openxmlformats.org/officeDocument/2006/relationships" xmlns:a="http://schemas.openxmlformats.org/drawingml/2006/main" r:embed="R937d24cf39594b8d"/>
          <a:stretch xmlns:a="http://schemas.openxmlformats.org/drawingml/2006/main">
            <a:fillRect l="0" t="0" r="0" b="0"/>
          </a:stretch>
        </p:blipFill>
        <p:spPr>
          <a:xfrm xmlns:a="http://schemas.openxmlformats.org/drawingml/2006/main">
            <a:off x="158115" y="116840"/>
            <a:ext cx="3543300" cy="733425"/>
          </a:xfrm>
          <a:prstGeom xmlns:a="http://schemas.openxmlformats.org/drawingml/2006/main" prst="rect">
            <a:avLst/>
          </a:prstGeom>
        </p:spPr>
      </p:pic>
      <p:pic>
        <p:nvPicPr>
          <p:cNvPr id="5145" name="图片 4"/>
          <p:cNvPicPr>
            <a:picLocks xmlns:a="http://schemas.openxmlformats.org/drawingml/2006/main" noChangeAspect="1"/>
          </p:cNvPicPr>
          <p:nvPr/>
        </p:nvPicPr>
        <p:blipFill>
          <a:blip xmlns:r="http://schemas.openxmlformats.org/officeDocument/2006/relationships" xmlns:a="http://schemas.openxmlformats.org/drawingml/2006/main" r:embed="R503ad3aa27464e61"/>
          <a:stretch xmlns:a="http://schemas.openxmlformats.org/drawingml/2006/main">
            <a:fillRect l="0" t="0" r="0" b="0"/>
          </a:stretch>
        </p:blipFill>
        <p:spPr>
          <a:xfrm xmlns:a="http://schemas.openxmlformats.org/drawingml/2006/main">
            <a:off x="8046720" y="116840"/>
            <a:ext cx="1022350" cy="1115695"/>
          </a:xfrm>
          <a:prstGeom xmlns:a="http://schemas.openxmlformats.org/drawingml/2006/main" prst="rect">
            <a:avLst/>
          </a:prstGeom>
        </p:spPr>
      </p:pic>
    </p:spTree>
    <p:extLst>
      <p:ext uri="{BB962C8B-B14F-4D97-AF65-F5344CB8AC3E}">
        <p14:creationId xmlns:p14="http://schemas.microsoft.com/office/powerpoint/2010/main" val="188478390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2" name="TextBox 21">
            <a:extLst xmlns:a="http://schemas.openxmlformats.org/drawingml/2006/main">
              <a:ext uri="{FF2B5EF4-FFF2-40B4-BE49-F238E27FC236}">
                <a16:creationId xmlns:a16="http://schemas.microsoft.com/office/drawing/2014/main" id="{D90CB9F8-08A0-430F-9E8B-CA031A739C62}"/>
              </a:ext>
            </a:extLst>
          </p:cNvPr>
          <p:cNvSpPr>
            <a:spLocks xmlns:a="http://schemas.openxmlformats.org/drawingml/2006/main" noGrp="1"/>
          </p:cNvSpPr>
          <p:nvPr/>
        </p:nvSpPr>
        <p:spPr>
          <a:xfrm xmlns:a="http://schemas.openxmlformats.org/drawingml/2006/main">
            <a:off x="1187765" y="1561384"/>
            <a:ext cx="1430438" cy="861801"/>
          </a:xfrm>
          <a:prstGeom xmlns:a="http://schemas.openxmlformats.org/drawingml/2006/main" prst="rect">
            <a:avLst/>
          </a:prstGeom>
          <a:noFill xmlns:a="http://schemas.openxmlformats.org/drawingml/2006/main"/>
        </p:spPr>
        <p:txBody>
          <a:bodyPr xmlns:a="http://schemas.openxmlformats.org/drawingml/2006/main" wrap="square" lIns="121948" tIns="60973" rIns="121948" bIns="60973">
            <a:spAutoFit/>
          </a:bodyPr>
          <a:lstStyle xmlns:a="http://schemas.openxmlformats.org/drawingml/2006/main"/>
          <a:p xmlns:a="http://schemas.openxmlformats.org/drawingml/2006/main">
            <a:pPr algn="r">
              <a:buFont typeface="Arial"/>
              <a:buNone/>
            </a:pPr>
            <a:r>
              <a:rPr sz="3600" b="1" spc="200">
                <a:solidFill>
                  <a:srgbClr val="0070C0"/>
                </a:solidFill>
                <a:latin typeface="微软雅黑"/>
                <a:ea typeface="微软雅黑"/>
                <a:cs typeface="微软雅黑"/>
              </a:rPr>
              <a:t>目录</a:t>
            </a:r>
            <a:r>
              <a:rPr sz="4800" b="1" spc="200">
                <a:solidFill>
                  <a:srgbClr val="0070C0"/>
                </a:solidFill>
                <a:latin typeface="微软雅黑"/>
                <a:ea typeface="微软雅黑"/>
                <a:cs typeface="微软雅黑"/>
              </a:rPr>
              <a:t> </a:t>
            </a:r>
          </a:p>
        </p:txBody>
      </p:sp>
      <p:sp>
        <p:nvSpPr>
          <p:cNvPr id="458" name="文本框 457">
            <a:extLst xmlns:a="http://schemas.openxmlformats.org/drawingml/2006/main">
              <a:ext uri="{FF2B5EF4-FFF2-40B4-BE49-F238E27FC236}">
                <a16:creationId xmlns:a16="http://schemas.microsoft.com/office/drawing/2014/main" id="{D05BD9D0-391E-4E18-8AC4-4E2CD8736094}"/>
              </a:ext>
            </a:extLst>
          </p:cNvPr>
          <p:cNvSpPr>
            <a:spLocks xmlns:a="http://schemas.openxmlformats.org/drawingml/2006/main" noGrp="1"/>
          </p:cNvSpPr>
          <p:nvPr/>
        </p:nvSpPr>
        <p:spPr>
          <a:xfrm xmlns:a="http://schemas.openxmlformats.org/drawingml/2006/main">
            <a:off x="160341" y="117475"/>
            <a:ext cx="1366837" cy="438710"/>
          </a:xfrm>
          <a:prstGeom xmlns:a="http://schemas.openxmlformats.org/drawingml/2006/main" prst="rect">
            <a:avLst/>
          </a:prstGeom>
          <a:noFill xmlns:a="http://schemas.openxmlformats.org/drawingml/2006/main"/>
        </p:spPr>
        <p:txBody>
          <a:bodyPr xmlns:a="http://schemas.openxmlformats.org/drawingml/2006/main">
            <a:spAutoFit/>
          </a:bodyPr>
          <a:lstStyle xmlns:a="http://schemas.openxmlformats.org/drawingml/2006/main"/>
          <a:p xmlns:a="http://schemas.openxmlformats.org/drawingml/2006/main">
            <a:pPr algn="ctr">
              <a:buFont typeface="Arial"/>
              <a:buNone/>
            </a:pPr>
            <a:r>
              <a:rPr sz="2250" b="1">
                <a:solidFill>
                  <a:schemeClr val="bg1"/>
                </a:solidFill>
                <a:latin typeface="微软雅黑"/>
                <a:ea typeface="微软雅黑"/>
                <a:cs typeface="微软雅黑"/>
              </a:rPr>
              <a:t>南通大学</a:t>
            </a:r>
          </a:p>
        </p:txBody>
      </p:sp>
      <p:sp>
        <p:nvSpPr>
          <p:cNvPr id="459" name="直接连接符 458">
            <a:extLst xmlns:a="http://schemas.openxmlformats.org/drawingml/2006/main">
              <a:ext uri="{FF2B5EF4-FFF2-40B4-BE49-F238E27FC236}">
                <a16:creationId xmlns:a16="http://schemas.microsoft.com/office/drawing/2014/main" id="{C9E9488C-FCA3-45D5-B439-505379DABCDC}"/>
              </a:ext>
            </a:extLst>
          </p:cNvPr>
          <p:cNvSpPr>
            <a:spLocks xmlns:a="http://schemas.openxmlformats.org/drawingml/2006/main" noGrp="1"/>
          </p:cNvSpPr>
          <p:nvPr/>
        </p:nvSpPr>
        <p:spPr>
          <a:xfrm xmlns:a="http://schemas.openxmlformats.org/drawingml/2006/main">
            <a:off x="315922" y="617539"/>
            <a:ext cx="1063625" cy="0"/>
          </a:xfrm>
          <a:prstGeom xmlns:a="http://schemas.openxmlformats.org/drawingml/2006/main" prst="line">
            <a:avLst/>
          </a:prstGeom>
          <a:ln xmlns:a="http://schemas.openxmlformats.org/drawingml/2006/main">
            <a:solidFill>
              <a:schemeClr val="bg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0" name="圆角矩形 69">
            <a:extLst xmlns:a="http://schemas.openxmlformats.org/drawingml/2006/main">
              <a:ext uri="{FF2B5EF4-FFF2-40B4-BE49-F238E27FC236}">
                <a16:creationId xmlns:a16="http://schemas.microsoft.com/office/drawing/2014/main" id="{AE0A8CEB-784F-46D4-9D53-740E00935F36}"/>
              </a:ext>
            </a:extLst>
          </p:cNvPr>
          <p:cNvSpPr>
            <a:spLocks xmlns:a="http://schemas.openxmlformats.org/drawingml/2006/main" noGrp="1"/>
          </p:cNvSpPr>
          <p:nvPr/>
        </p:nvSpPr>
        <p:spPr>
          <a:xfrm xmlns:a="http://schemas.openxmlformats.org/drawingml/2006/main">
            <a:off x="3459039" y="1298645"/>
            <a:ext cx="512763" cy="511175"/>
          </a:xfrm>
          <a:prstGeom xmlns:a="http://schemas.openxmlformats.org/drawingml/2006/main" prst="roundRect">
            <a:avLst/>
          </a:prstGeom>
          <a:solidFill xmlns:a="http://schemas.openxmlformats.org/drawingml/2006/main">
            <a:srgbClr val="0070C0"/>
          </a:solidFill>
          <a:ln xmlns:a="http://schemas.openxmlformats.org/drawingml/2006/main">
            <a:noFill/>
          </a:ln>
          <a:effectLst xmlns:a="http://schemas.openxmlformats.org/drawingml/2006/main">
            <a:outerShdw blurRad="50800" dist="38100" dir="5400000" algn="t"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121960" tIns="60980" rIns="121960" bIns="60980" anchor="ctr"/>
          <a:lstStyle xmlns:a="http://schemas.openxmlformats.org/drawingml/2006/main"/>
          <a:p xmlns:a="http://schemas.openxmlformats.org/drawingml/2006/main">
            <a:pPr algn="ctr">
              <a:buFont typeface="Arial"/>
              <a:buNone/>
            </a:pPr>
            <a:r>
              <a:rPr sz="3600">
                <a:latin typeface="Times New Roman"/>
                <a:ea typeface="Times New Roman"/>
                <a:cs typeface="Times New Roman"/>
              </a:rPr>
              <a:t>1</a:t>
            </a:r>
          </a:p>
        </p:txBody>
      </p:sp>
      <p:sp>
        <p:nvSpPr>
          <p:cNvPr id="73" name="圆角矩形 72">
            <a:extLst xmlns:a="http://schemas.openxmlformats.org/drawingml/2006/main">
              <a:ext uri="{FF2B5EF4-FFF2-40B4-BE49-F238E27FC236}">
                <a16:creationId xmlns:a16="http://schemas.microsoft.com/office/drawing/2014/main" id="{55D32FA2-26EC-4845-8792-159031187990}"/>
              </a:ext>
            </a:extLst>
          </p:cNvPr>
          <p:cNvSpPr>
            <a:spLocks xmlns:a="http://schemas.openxmlformats.org/drawingml/2006/main" noGrp="1"/>
          </p:cNvSpPr>
          <p:nvPr/>
        </p:nvSpPr>
        <p:spPr>
          <a:xfrm xmlns:a="http://schemas.openxmlformats.org/drawingml/2006/main">
            <a:off x="4358801" y="1287870"/>
            <a:ext cx="4698872" cy="511174"/>
          </a:xfrm>
          <a:prstGeom xmlns:a="http://schemas.openxmlformats.org/drawingml/2006/main" prst="roundRect">
            <a:avLst/>
          </a:prstGeom>
          <a:solidFill xmlns:a="http://schemas.openxmlformats.org/drawingml/2006/main">
            <a:srgbClr val="0070C0"/>
          </a:solidFill>
          <a:ln xmlns:a="http://schemas.openxmlformats.org/drawingml/2006/main">
            <a:noFill/>
          </a:ln>
          <a:effectLst xmlns:a="http://schemas.openxmlformats.org/drawingml/2006/main">
            <a:outerShdw blurRad="50800" dist="38100" dir="5400000" algn="t"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121960" tIns="60980" rIns="121960" bIns="60980" anchor="ctr"/>
          <a:lstStyle xmlns:a="http://schemas.openxmlformats.org/drawingml/2006/main"/>
          <a:p xmlns:a="http://schemas.openxmlformats.org/drawingml/2006/main">
            <a:pPr algn="ctr">
              <a:buFont typeface="Arial"/>
              <a:buNone/>
            </a:pPr>
            <a:endParaRPr sz="3600">
              <a:latin typeface="+mj-lt"/>
              <a:ea typeface="+mj-lt"/>
              <a:cs typeface="+mj-lt"/>
            </a:endParaRPr>
          </a:p>
        </p:txBody>
      </p:sp>
      <p:sp>
        <p:nvSpPr>
          <p:cNvPr id="7197" name="矩形 31">
            <a:extLst xmlns:a="http://schemas.openxmlformats.org/drawingml/2006/main">
              <a:ext uri="{FF2B5EF4-FFF2-40B4-BE49-F238E27FC236}">
                <a16:creationId xmlns:a16="http://schemas.microsoft.com/office/drawing/2014/main" id="{1F027074-369C-4BB0-86CF-9A61E20BF05A}"/>
              </a:ext>
            </a:extLst>
          </p:cNvPr>
          <p:cNvSpPr>
            <a:spLocks xmlns:a="http://schemas.openxmlformats.org/drawingml/2006/main" noGrp="1"/>
          </p:cNvSpPr>
          <p:nvPr/>
        </p:nvSpPr>
        <p:spPr>
          <a:xfrm xmlns:a="http://schemas.openxmlformats.org/drawingml/2006/main">
            <a:off x="4470201" y="1315904"/>
            <a:ext cx="3239971" cy="4292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121960" tIns="60980" rIns="121960" bIns="60980">
            <a:spAutoFit/>
          </a:bodyPr>
          <a:lstStyle xmlns:a="http://schemas.openxmlformats.org/drawingml/2006/main">
            <a:lvl1pPr>
              <a:spcBef>
                <a:spcPct val="20000"/>
              </a:spcBef>
              <a:buChar char="•"/>
              <a:defRPr sz="3200">
                <a:solidFill>
                  <a:schemeClr val="tx1"/>
                </a:solidFill>
                <a:latin typeface="Arial"/>
                <a:ea typeface="Arial"/>
                <a:cs typeface="Arial"/>
              </a:defRPr>
            </a:lvl1pPr>
            <a:lvl2pPr marL="742950" indent="-285750">
              <a:spcBef>
                <a:spcPct val="20000"/>
              </a:spcBef>
              <a:buChar char="–"/>
              <a:defRPr sz="2800">
                <a:solidFill>
                  <a:schemeClr val="tx1"/>
                </a:solidFill>
                <a:latin typeface="Arial"/>
                <a:ea typeface="Arial"/>
                <a:cs typeface="Arial"/>
              </a:defRPr>
            </a:lvl2pPr>
            <a:lvl3pPr marL="1143000" indent="-228600">
              <a:spcBef>
                <a:spcPct val="20000"/>
              </a:spcBef>
              <a:buChar char="•"/>
              <a:defRPr sz="2400">
                <a:solidFill>
                  <a:schemeClr val="tx1"/>
                </a:solidFill>
                <a:latin typeface="Arial"/>
                <a:ea typeface="Arial"/>
                <a:cs typeface="Arial"/>
              </a:defRPr>
            </a:lvl3pPr>
            <a:lvl4pPr marL="1600200" indent="-228600">
              <a:spcBef>
                <a:spcPct val="20000"/>
              </a:spcBef>
              <a:buChar char="–"/>
              <a:defRPr sz="2000">
                <a:solidFill>
                  <a:schemeClr val="tx1"/>
                </a:solidFill>
                <a:latin typeface="Arial"/>
                <a:ea typeface="Arial"/>
                <a:cs typeface="Arial"/>
              </a:defRPr>
            </a:lvl4pPr>
            <a:lvl5pPr marL="2057400" indent="-228600">
              <a:spcBef>
                <a:spcPct val="20000"/>
              </a:spcBef>
              <a:buChar char="»"/>
              <a:defRPr sz="2000">
                <a:solidFill>
                  <a:schemeClr val="tx1"/>
                </a:solidFill>
                <a:latin typeface="Arial"/>
                <a:ea typeface="Arial"/>
                <a:cs typeface="Arial"/>
              </a:defRPr>
            </a:lvl5pPr>
            <a:lvl6pPr marL="2514600" indent="-228600">
              <a:spcBef>
                <a:spcPct val="20000"/>
              </a:spcBef>
              <a:spcAft>
                <a:spcPct val="0"/>
              </a:spcAft>
              <a:buChar char="»"/>
              <a:defRPr sz="2000">
                <a:solidFill>
                  <a:schemeClr val="tx1"/>
                </a:solidFill>
                <a:latin typeface="Arial"/>
                <a:ea typeface="Arial"/>
                <a:cs typeface="Arial"/>
              </a:defRPr>
            </a:lvl6pPr>
            <a:lvl7pPr marL="2971800" indent="-228600">
              <a:spcBef>
                <a:spcPct val="20000"/>
              </a:spcBef>
              <a:spcAft>
                <a:spcPct val="0"/>
              </a:spcAft>
              <a:buChar char="»"/>
              <a:defRPr sz="2000">
                <a:solidFill>
                  <a:schemeClr val="tx1"/>
                </a:solidFill>
                <a:latin typeface="Arial"/>
                <a:ea typeface="Arial"/>
                <a:cs typeface="Arial"/>
              </a:defRPr>
            </a:lvl7pPr>
            <a:lvl8pPr marL="3429000" indent="-228600">
              <a:spcBef>
                <a:spcPct val="20000"/>
              </a:spcBef>
              <a:spcAft>
                <a:spcPct val="0"/>
              </a:spcAft>
              <a:buChar char="»"/>
              <a:defRPr sz="2000">
                <a:solidFill>
                  <a:schemeClr val="tx1"/>
                </a:solidFill>
                <a:latin typeface="Arial"/>
                <a:ea typeface="Arial"/>
                <a:cs typeface="Arial"/>
              </a:defRPr>
            </a:lvl8pPr>
            <a:lvl9pPr marL="3886200" indent="-228600">
              <a:spcBef>
                <a:spcPct val="20000"/>
              </a:spcBef>
              <a:spcAft>
                <a:spcPct val="0"/>
              </a:spcAft>
              <a:buChar char="»"/>
              <a:defRPr sz="2000">
                <a:solidFill>
                  <a:schemeClr val="tx1"/>
                </a:solidFill>
                <a:latin typeface="Arial"/>
                <a:ea typeface="Arial"/>
                <a:cs typeface="Arial"/>
              </a:defRPr>
            </a:lvl9pPr>
          </a:lstStyle>
          <a:p xmlns:a="http://schemas.openxmlformats.org/drawingml/2006/main">
            <a:pPr>
              <a:spcBef>
                <a:spcPct val="0"/>
              </a:spcBef>
              <a:buFontTx/>
              <a:buNone/>
            </a:pPr>
            <a:r>
              <a:rPr sz="2000" b="1">
                <a:solidFill>
                  <a:schemeClr val="bg1"/>
                </a:solidFill>
                <a:latin typeface="微软雅黑"/>
                <a:ea typeface="微软雅黑"/>
                <a:cs typeface="微软雅黑"/>
              </a:rPr>
              <a:t>工作进展</a:t>
            </a:r>
          </a:p>
        </p:txBody>
      </p:sp>
      <p:sp>
        <p:nvSpPr>
          <p:cNvPr id="80" name="圆角矩形 79">
            <a:extLst xmlns:a="http://schemas.openxmlformats.org/drawingml/2006/main">
              <a:ext uri="{FF2B5EF4-FFF2-40B4-BE49-F238E27FC236}">
                <a16:creationId xmlns:a16="http://schemas.microsoft.com/office/drawing/2014/main" id="{37D959C6-B516-41D1-8DDB-ED8E23CC3F4E}"/>
              </a:ext>
            </a:extLst>
          </p:cNvPr>
          <p:cNvSpPr>
            <a:spLocks xmlns:a="http://schemas.openxmlformats.org/drawingml/2006/main" noGrp="1"/>
          </p:cNvSpPr>
          <p:nvPr/>
        </p:nvSpPr>
        <p:spPr>
          <a:xfrm xmlns:a="http://schemas.openxmlformats.org/drawingml/2006/main">
            <a:off x="4358801" y="2098670"/>
            <a:ext cx="4698871" cy="511174"/>
          </a:xfrm>
          <a:prstGeom xmlns:a="http://schemas.openxmlformats.org/drawingml/2006/main" prst="roundRect">
            <a:avLst/>
          </a:prstGeom>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lIns="121960" tIns="60980" rIns="121960" bIns="60980" anchor="ctr"/>
          <a:lstStyle xmlns:a="http://schemas.openxmlformats.org/drawingml/2006/main"/>
          <a:p xmlns:a="http://schemas.openxmlformats.org/drawingml/2006/main">
            <a:pPr algn="l">
              <a:buFont typeface="Arial"/>
              <a:buNone/>
            </a:pPr>
            <a:r>
              <a:rPr sz="2000" b="1">
                <a:solidFill>
                  <a:schemeClr val="tx1"/>
                </a:solidFill>
                <a:effectLst>
                  <a:outerShdw blurRad="38100" dist="19050" dir="2700000" algn="tl" rotWithShape="0">
                    <a:schemeClr val="dk1">
                      <a:alpha val="40000"/>
                    </a:schemeClr>
                  </a:outerShdw>
                </a:effectLst>
                <a:latin typeface="微软雅黑"/>
                <a:ea typeface="微软雅黑"/>
                <a:cs typeface="微软雅黑"/>
              </a:rPr>
              <a:t> 下阶段计划</a:t>
            </a:r>
          </a:p>
        </p:txBody>
      </p:sp>
      <p:sp>
        <p:nvSpPr>
          <p:cNvPr id="7193" name="矩形 36">
            <a:extLst xmlns:a="http://schemas.openxmlformats.org/drawingml/2006/main">
              <a:ext uri="{FF2B5EF4-FFF2-40B4-BE49-F238E27FC236}">
                <a16:creationId xmlns:a16="http://schemas.microsoft.com/office/drawing/2014/main" id="{83C8D8C6-4DE5-4A7C-82CF-94DD4DFA1C87}"/>
              </a:ext>
            </a:extLst>
          </p:cNvPr>
          <p:cNvSpPr>
            <a:spLocks xmlns:a="http://schemas.openxmlformats.org/drawingml/2006/main" noGrp="1"/>
          </p:cNvSpPr>
          <p:nvPr/>
        </p:nvSpPr>
        <p:spPr>
          <a:xfrm xmlns:a="http://schemas.openxmlformats.org/drawingml/2006/main">
            <a:off x="4496964" y="2131872"/>
            <a:ext cx="4824332" cy="429259"/>
          </a:xfrm>
          <a:prstGeom xmlns:a="http://schemas.openxmlformats.org/drawingml/2006/main" prst="rect">
            <a:avLst/>
          </a:prstGeom>
          <a:noFill xmlns:a="http://schemas.openxmlformats.org/drawingml/2006/main"/>
          <a:ln xmlns:a="http://schemas.openxmlformats.org/drawingml/2006/main" w="9525">
            <a:noFill/>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wrap="square" lIns="121960" tIns="60980" rIns="121960" bIns="60980">
            <a:spAutoFit/>
          </a:bodyPr>
          <a:lstStyle xmlns:a="http://schemas.openxmlformats.org/drawingml/2006/main">
            <a:lvl1pPr>
              <a:spcBef>
                <a:spcPct val="20000"/>
              </a:spcBef>
              <a:buChar char="•"/>
              <a:defRPr sz="3200">
                <a:solidFill>
                  <a:schemeClr val="tx1"/>
                </a:solidFill>
                <a:latin typeface="Arial"/>
                <a:ea typeface="Arial"/>
                <a:cs typeface="Arial"/>
              </a:defRPr>
            </a:lvl1pPr>
            <a:lvl2pPr marL="742950" indent="-285750">
              <a:spcBef>
                <a:spcPct val="20000"/>
              </a:spcBef>
              <a:buChar char="–"/>
              <a:defRPr sz="2800">
                <a:solidFill>
                  <a:schemeClr val="tx1"/>
                </a:solidFill>
                <a:latin typeface="Arial"/>
                <a:ea typeface="Arial"/>
                <a:cs typeface="Arial"/>
              </a:defRPr>
            </a:lvl2pPr>
            <a:lvl3pPr marL="1143000" indent="-228600">
              <a:spcBef>
                <a:spcPct val="20000"/>
              </a:spcBef>
              <a:buChar char="•"/>
              <a:defRPr sz="2400">
                <a:solidFill>
                  <a:schemeClr val="tx1"/>
                </a:solidFill>
                <a:latin typeface="Arial"/>
                <a:ea typeface="Arial"/>
                <a:cs typeface="Arial"/>
              </a:defRPr>
            </a:lvl3pPr>
            <a:lvl4pPr marL="1600200" indent="-228600">
              <a:spcBef>
                <a:spcPct val="20000"/>
              </a:spcBef>
              <a:buChar char="–"/>
              <a:defRPr sz="2000">
                <a:solidFill>
                  <a:schemeClr val="tx1"/>
                </a:solidFill>
                <a:latin typeface="Arial"/>
                <a:ea typeface="Arial"/>
                <a:cs typeface="Arial"/>
              </a:defRPr>
            </a:lvl4pPr>
            <a:lvl5pPr marL="2057400" indent="-228600">
              <a:spcBef>
                <a:spcPct val="20000"/>
              </a:spcBef>
              <a:buChar char="»"/>
              <a:defRPr sz="2000">
                <a:solidFill>
                  <a:schemeClr val="tx1"/>
                </a:solidFill>
                <a:latin typeface="Arial"/>
                <a:ea typeface="Arial"/>
                <a:cs typeface="Arial"/>
              </a:defRPr>
            </a:lvl5pPr>
            <a:lvl6pPr marL="2514600" indent="-228600">
              <a:spcBef>
                <a:spcPct val="20000"/>
              </a:spcBef>
              <a:spcAft>
                <a:spcPct val="0"/>
              </a:spcAft>
              <a:buChar char="»"/>
              <a:defRPr sz="2000">
                <a:solidFill>
                  <a:schemeClr val="tx1"/>
                </a:solidFill>
                <a:latin typeface="Arial"/>
                <a:ea typeface="Arial"/>
                <a:cs typeface="Arial"/>
              </a:defRPr>
            </a:lvl6pPr>
            <a:lvl7pPr marL="2971800" indent="-228600">
              <a:spcBef>
                <a:spcPct val="20000"/>
              </a:spcBef>
              <a:spcAft>
                <a:spcPct val="0"/>
              </a:spcAft>
              <a:buChar char="»"/>
              <a:defRPr sz="2000">
                <a:solidFill>
                  <a:schemeClr val="tx1"/>
                </a:solidFill>
                <a:latin typeface="Arial"/>
                <a:ea typeface="Arial"/>
                <a:cs typeface="Arial"/>
              </a:defRPr>
            </a:lvl7pPr>
            <a:lvl8pPr marL="3429000" indent="-228600">
              <a:spcBef>
                <a:spcPct val="20000"/>
              </a:spcBef>
              <a:spcAft>
                <a:spcPct val="0"/>
              </a:spcAft>
              <a:buChar char="»"/>
              <a:defRPr sz="2000">
                <a:solidFill>
                  <a:schemeClr val="tx1"/>
                </a:solidFill>
                <a:latin typeface="Arial"/>
                <a:ea typeface="Arial"/>
                <a:cs typeface="Arial"/>
              </a:defRPr>
            </a:lvl8pPr>
            <a:lvl9pPr marL="3886200" indent="-228600">
              <a:spcBef>
                <a:spcPct val="20000"/>
              </a:spcBef>
              <a:spcAft>
                <a:spcPct val="0"/>
              </a:spcAft>
              <a:buChar char="»"/>
              <a:defRPr sz="2000">
                <a:solidFill>
                  <a:schemeClr val="tx1"/>
                </a:solidFill>
                <a:latin typeface="Arial"/>
                <a:ea typeface="Arial"/>
                <a:cs typeface="Arial"/>
              </a:defRPr>
            </a:lvl9pPr>
          </a:lstStyle>
          <a:p xmlns:a="http://schemas.openxmlformats.org/drawingml/2006/main">
            <a:pPr>
              <a:spcBef>
                <a:spcPct val="0"/>
              </a:spcBef>
              <a:buFontTx/>
              <a:buNone/>
            </a:pPr>
            <a:endParaRPr sz="2000" b="1">
              <a:solidFill>
                <a:schemeClr val="tx1"/>
              </a:solidFill>
              <a:effectLst>
                <a:outerShdw blurRad="38100" dist="19050" dir="2700000" algn="tl" rotWithShape="0">
                  <a:schemeClr val="dk1">
                    <a:alpha val="40000"/>
                  </a:schemeClr>
                </a:outerShdw>
              </a:effectLst>
              <a:latin typeface="微软雅黑"/>
              <a:ea typeface="微软雅黑"/>
              <a:cs typeface="微软雅黑"/>
            </a:endParaRPr>
          </a:p>
        </p:txBody>
      </p:sp>
      <p:sp>
        <p:nvSpPr>
          <p:cNvPr id="83" name="圆角矩形 82">
            <a:extLst xmlns:a="http://schemas.openxmlformats.org/drawingml/2006/main">
              <a:ext uri="{FF2B5EF4-FFF2-40B4-BE49-F238E27FC236}">
                <a16:creationId xmlns:a16="http://schemas.microsoft.com/office/drawing/2014/main" id="{CF37F59B-AD46-4F9F-981F-BEA347E4BBC4}"/>
              </a:ext>
            </a:extLst>
          </p:cNvPr>
          <p:cNvSpPr>
            <a:spLocks xmlns:a="http://schemas.openxmlformats.org/drawingml/2006/main" noGrp="1"/>
          </p:cNvSpPr>
          <p:nvPr/>
        </p:nvSpPr>
        <p:spPr>
          <a:xfrm xmlns:a="http://schemas.openxmlformats.org/drawingml/2006/main">
            <a:off x="3456264" y="2117077"/>
            <a:ext cx="512763" cy="511175"/>
          </a:xfrm>
          <a:prstGeom xmlns:a="http://schemas.openxmlformats.org/drawingml/2006/main" prst="roundRect">
            <a:avLst/>
          </a:prstGeom>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lIns="121960" tIns="60980" rIns="121960" bIns="60980" anchor="ctr"/>
          <a:lstStyle xmlns:a="http://schemas.openxmlformats.org/drawingml/2006/main"/>
          <a:p xmlns:a="http://schemas.openxmlformats.org/drawingml/2006/main">
            <a:pPr algn="ctr">
              <a:buFont typeface="Arial"/>
              <a:buNone/>
            </a:pPr>
            <a:r>
              <a:rPr sz="3600">
                <a:latin typeface="Times New Roman"/>
                <a:ea typeface="Times New Roman"/>
                <a:cs typeface="Times New Roman"/>
              </a:rPr>
              <a:t>2</a:t>
            </a:r>
          </a:p>
        </p:txBody>
      </p:sp>
      <p:sp>
        <p:nvSpPr>
          <p:cNvPr id="7187" name="灯片编号占位符 1">
            <a:extLst xmlns:a="http://schemas.openxmlformats.org/drawingml/2006/main">
              <a:ext uri="{FF2B5EF4-FFF2-40B4-BE49-F238E27FC236}">
                <a16:creationId xmlns:a16="http://schemas.microsoft.com/office/drawing/2014/main" id="{E1F261C4-EEC6-48F2-9B0B-B54A63739EB7}"/>
              </a:ext>
            </a:extLst>
          </p:cNvPr>
          <p:cNvSpPr>
            <a:spLocks xmlns:a="http://schemas.openxmlformats.org/drawingml/2006/main" noGrp="1"/>
          </p:cNvSpPr>
          <p:nvPr>
            <p:ph type="sldNum" idx="12"/>
          </p:nvPr>
        </p:nvSpPr>
        <p:spPr>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spcBef>
                <a:spcPct val="20000"/>
              </a:spcBef>
              <a:buChar char="•"/>
              <a:defRPr sz="3200">
                <a:solidFill>
                  <a:schemeClr val="tx1"/>
                </a:solidFill>
                <a:latin typeface="Arial"/>
                <a:ea typeface="Arial"/>
                <a:cs typeface="Arial"/>
              </a:defRPr>
            </a:lvl1pPr>
            <a:lvl2pPr marL="742950" indent="-285750">
              <a:spcBef>
                <a:spcPct val="20000"/>
              </a:spcBef>
              <a:buChar char="–"/>
              <a:defRPr sz="2800">
                <a:solidFill>
                  <a:schemeClr val="tx1"/>
                </a:solidFill>
                <a:latin typeface="Arial"/>
                <a:ea typeface="Arial"/>
                <a:cs typeface="Arial"/>
              </a:defRPr>
            </a:lvl2pPr>
            <a:lvl3pPr marL="1143000" indent="-228600">
              <a:spcBef>
                <a:spcPct val="20000"/>
              </a:spcBef>
              <a:buChar char="•"/>
              <a:defRPr sz="2400">
                <a:solidFill>
                  <a:schemeClr val="tx1"/>
                </a:solidFill>
                <a:latin typeface="Arial"/>
                <a:ea typeface="Arial"/>
                <a:cs typeface="Arial"/>
              </a:defRPr>
            </a:lvl3pPr>
            <a:lvl4pPr marL="1600200" indent="-228600">
              <a:spcBef>
                <a:spcPct val="20000"/>
              </a:spcBef>
              <a:buChar char="–"/>
              <a:defRPr sz="2000">
                <a:solidFill>
                  <a:schemeClr val="tx1"/>
                </a:solidFill>
                <a:latin typeface="Arial"/>
                <a:ea typeface="Arial"/>
                <a:cs typeface="Arial"/>
              </a:defRPr>
            </a:lvl4pPr>
            <a:lvl5pPr marL="2057400" indent="-228600">
              <a:spcBef>
                <a:spcPct val="20000"/>
              </a:spcBef>
              <a:buChar char="»"/>
              <a:defRPr sz="2000">
                <a:solidFill>
                  <a:schemeClr val="tx1"/>
                </a:solidFill>
                <a:latin typeface="Arial"/>
                <a:ea typeface="Arial"/>
                <a:cs typeface="Arial"/>
              </a:defRPr>
            </a:lvl5pPr>
            <a:lvl6pPr marL="2514600" indent="-228600">
              <a:spcBef>
                <a:spcPct val="20000"/>
              </a:spcBef>
              <a:spcAft>
                <a:spcPct val="0"/>
              </a:spcAft>
              <a:buChar char="»"/>
              <a:defRPr sz="2000">
                <a:solidFill>
                  <a:schemeClr val="tx1"/>
                </a:solidFill>
                <a:latin typeface="Arial"/>
                <a:ea typeface="Arial"/>
                <a:cs typeface="Arial"/>
              </a:defRPr>
            </a:lvl6pPr>
            <a:lvl7pPr marL="2971800" indent="-228600">
              <a:spcBef>
                <a:spcPct val="20000"/>
              </a:spcBef>
              <a:spcAft>
                <a:spcPct val="0"/>
              </a:spcAft>
              <a:buChar char="»"/>
              <a:defRPr sz="2000">
                <a:solidFill>
                  <a:schemeClr val="tx1"/>
                </a:solidFill>
                <a:latin typeface="Arial"/>
                <a:ea typeface="Arial"/>
                <a:cs typeface="Arial"/>
              </a:defRPr>
            </a:lvl7pPr>
            <a:lvl8pPr marL="3429000" indent="-228600">
              <a:spcBef>
                <a:spcPct val="20000"/>
              </a:spcBef>
              <a:spcAft>
                <a:spcPct val="0"/>
              </a:spcAft>
              <a:buChar char="»"/>
              <a:defRPr sz="2000">
                <a:solidFill>
                  <a:schemeClr val="tx1"/>
                </a:solidFill>
                <a:latin typeface="Arial"/>
                <a:ea typeface="Arial"/>
                <a:cs typeface="Arial"/>
              </a:defRPr>
            </a:lvl8pPr>
            <a:lvl9pPr marL="3886200" indent="-228600">
              <a:spcBef>
                <a:spcPct val="20000"/>
              </a:spcBef>
              <a:spcAft>
                <a:spcPct val="0"/>
              </a:spcAft>
              <a:buChar char="»"/>
              <a:defRPr sz="2000">
                <a:solidFill>
                  <a:schemeClr val="tx1"/>
                </a:solidFill>
                <a:latin typeface="Arial"/>
                <a:ea typeface="Arial"/>
                <a:cs typeface="Arial"/>
              </a:defRPr>
            </a:lvl9pPr>
          </a:lstStyle>
          <a:p xmlns:a="http://schemas.openxmlformats.org/drawingml/2006/main">
            <a:pPr>
              <a:spcBef>
                <a:spcPct val="0"/>
              </a:spcBef>
              <a:buFontTx/>
              <a:buNone/>
            </a:pPr>
            <a:endParaRPr sz="1400"/>
          </a:p>
        </p:txBody>
      </p:sp>
      <p:pic>
        <p:nvPicPr>
          <p:cNvPr id="7211" name="图片 1"/>
          <p:cNvPicPr>
            <a:picLocks xmlns:a="http://schemas.openxmlformats.org/drawingml/2006/main" noChangeAspect="1"/>
          </p:cNvPicPr>
          <p:nvPr/>
        </p:nvPicPr>
        <p:blipFill>
          <a:blip xmlns:r="http://schemas.openxmlformats.org/officeDocument/2006/relationships" xmlns:a="http://schemas.openxmlformats.org/drawingml/2006/main" r:embed="Ra89ab91349654959"/>
          <a:stretch xmlns:a="http://schemas.openxmlformats.org/drawingml/2006/main">
            <a:fillRect l="0" t="0" r="0" b="0"/>
          </a:stretch>
        </p:blipFill>
        <p:spPr>
          <a:xfrm xmlns:a="http://schemas.openxmlformats.org/drawingml/2006/main">
            <a:off x="107315" y="116840"/>
            <a:ext cx="3543300" cy="733425"/>
          </a:xfrm>
          <a:prstGeom xmlns:a="http://schemas.openxmlformats.org/drawingml/2006/main" prst="rect">
            <a:avLst/>
          </a:prstGeom>
        </p:spPr>
      </p:pic>
      <p:pic>
        <p:nvPicPr>
          <p:cNvPr id="7212" name="图片 2"/>
          <p:cNvPicPr>
            <a:picLocks xmlns:a="http://schemas.openxmlformats.org/drawingml/2006/main" noChangeAspect="1"/>
          </p:cNvPicPr>
          <p:nvPr/>
        </p:nvPicPr>
        <p:blipFill>
          <a:blip xmlns:r="http://schemas.openxmlformats.org/officeDocument/2006/relationships" xmlns:a="http://schemas.openxmlformats.org/drawingml/2006/main" r:embed="Rb363683d38a64f4e"/>
          <a:stretch xmlns:a="http://schemas.openxmlformats.org/drawingml/2006/main">
            <a:fillRect l="0" t="0" r="0" b="0"/>
          </a:stretch>
        </p:blipFill>
        <p:spPr>
          <a:xfrm xmlns:a="http://schemas.openxmlformats.org/drawingml/2006/main">
            <a:off x="24765" y="2997200"/>
            <a:ext cx="9093200" cy="3757295"/>
          </a:xfrm>
          <a:prstGeom xmlns:a="http://schemas.openxmlformats.org/drawingml/2006/main" prst="rect">
            <a:avLst/>
          </a:prstGeom>
        </p:spPr>
      </p:pic>
      <p:pic>
        <p:nvPicPr>
          <p:cNvPr id="7213" name="图片 3"/>
          <p:cNvPicPr>
            <a:picLocks xmlns:a="http://schemas.openxmlformats.org/drawingml/2006/main" noChangeAspect="1"/>
          </p:cNvPicPr>
          <p:nvPr/>
        </p:nvPicPr>
        <p:blipFill>
          <a:blip xmlns:r="http://schemas.openxmlformats.org/officeDocument/2006/relationships" xmlns:a="http://schemas.openxmlformats.org/drawingml/2006/main" r:embed="R03b176c985b74a69"/>
          <a:stretch xmlns:a="http://schemas.openxmlformats.org/drawingml/2006/main">
            <a:fillRect l="0" t="0" r="0" b="0"/>
          </a:stretch>
        </p:blipFill>
        <p:spPr>
          <a:xfrm xmlns:a="http://schemas.openxmlformats.org/drawingml/2006/main">
            <a:off x="8188960" y="45085"/>
            <a:ext cx="807720" cy="881380"/>
          </a:xfrm>
          <a:prstGeom xmlns:a="http://schemas.openxmlformats.org/drawingml/2006/main" prst="rect">
            <a:avLst/>
          </a:prstGeom>
        </p:spPr>
      </p:pic>
    </p:spTree>
    <p:extLst>
      <p:ext uri="{BB962C8B-B14F-4D97-AF65-F5344CB8AC3E}">
        <p14:creationId xmlns:p14="http://schemas.microsoft.com/office/powerpoint/2010/main" val="12850695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0" name="Rectangle 16">
            <a:extLst xmlns:a="http://schemas.openxmlformats.org/drawingml/2006/main">
              <a:ext uri="{FF2B5EF4-FFF2-40B4-BE49-F238E27FC236}">
                <a16:creationId xmlns:a16="http://schemas.microsoft.com/office/drawing/2014/main" id="{244A0CEF-49CD-495C-9EBB-8936F8E075C5}"/>
              </a:ext>
            </a:extLst>
          </p:cNvPr>
          <p:cNvSpPr>
            <a:spLocks xmlns:a="http://schemas.openxmlformats.org/drawingml/2006/main" noGrp="1"/>
          </p:cNvSpPr>
          <p:nvPr/>
        </p:nvSpPr>
        <p:spPr>
          <a:xfrm xmlns:a="http://schemas.openxmlformats.org/drawingml/2006/main">
            <a:off x="0" y="1096235"/>
            <a:ext cx="7020171" cy="66431"/>
          </a:xfrm>
          <a:prstGeom xmlns:a="http://schemas.openxmlformats.org/drawingml/2006/main" prst="rect">
            <a:avLst/>
          </a:prstGeom>
          <a:gradFill xmlns:a="http://schemas.openxmlformats.org/drawingml/2006/main" rotWithShape="0">
            <a:gsLst>
              <a:gs pos="0">
                <a:srgbClr val="000066"/>
              </a:gs>
              <a:gs pos="100000">
                <a:srgbClr val="0066FF"/>
              </a:gs>
            </a:gsLst>
            <a:lin ang="0" scaled="1"/>
          </a:gradFill>
          <a:ln xmlns:a="http://schemas.openxmlformats.org/drawingml/2006/main" w="9525">
            <a:solidFill>
              <a:srgbClr val="0071C8"/>
            </a:solidFill>
          </a:ln>
        </p:spPr>
        <p:txBody>
          <a:bodyPr xmlns:a="http://schemas.openxmlformats.org/drawingml/2006/main" wrap="none" anchor="ctr"/>
          <a:lstStyle xmlns:a="http://schemas.openxmlformats.org/drawingml/2006/main"/>
          <a:p xmlns:a="http://schemas.openxmlformats.org/drawingml/2006/main">
            <a:pPr>
              <a:spcBef>
                <a:spcPct val="50000"/>
              </a:spcBef>
              <a:buNone/>
            </a:pPr>
            <a:endParaRPr/>
          </a:p>
        </p:txBody>
      </p:sp>
      <p:sp>
        <p:nvSpPr>
          <p:cNvPr id="5" name="文本框 4">
            <a:extLst xmlns:a="http://schemas.openxmlformats.org/drawingml/2006/main">
              <a:ext uri="{FF2B5EF4-FFF2-40B4-BE49-F238E27FC236}">
                <a16:creationId xmlns:a16="http://schemas.microsoft.com/office/drawing/2014/main" id="{8F3759AF-6F0D-40C9-97E3-1260FA6ED680}"/>
              </a:ext>
            </a:extLst>
          </p:cNvPr>
          <p:cNvSpPr>
            <a:spLocks xmlns:a="http://schemas.openxmlformats.org/drawingml/2006/main" noGrp="1"/>
          </p:cNvSpPr>
          <p:nvPr/>
        </p:nvSpPr>
        <p:spPr>
          <a:xfrm xmlns:a="http://schemas.openxmlformats.org/drawingml/2006/main">
            <a:off x="251700" y="719661"/>
            <a:ext cx="1483360" cy="3683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b="1"/>
              <a:t>1. 工作进展  </a:t>
            </a:r>
          </a:p>
        </p:txBody>
      </p:sp>
      <p:sp>
        <p:nvSpPr>
          <p:cNvPr id="3" name="文本框 2">
            <a:extLst xmlns:a="http://schemas.openxmlformats.org/drawingml/2006/main">
              <a:ext uri="{FF2B5EF4-FFF2-40B4-BE49-F238E27FC236}">
                <a16:creationId xmlns:a16="http://schemas.microsoft.com/office/drawing/2014/main" id="{AB508E64-4B1C-48F9-85D7-1926F50EEE81}"/>
              </a:ext>
            </a:extLst>
          </p:cNvPr>
          <p:cNvSpPr>
            <a:spLocks xmlns:a="http://schemas.openxmlformats.org/drawingml/2006/main" noGrp="1"/>
          </p:cNvSpPr>
          <p:nvPr/>
        </p:nvSpPr>
        <p:spPr>
          <a:xfrm xmlns:a="http://schemas.openxmlformats.org/drawingml/2006/main">
            <a:off x="251460" y="1557020"/>
            <a:ext cx="8572500" cy="3429000"/>
          </a:xfrm>
          <a:prstGeom xmlns:a="http://schemas.openxmlformats.org/drawingml/2006/main" prst="rect">
            <a:avLst/>
          </a:prstGeom>
          <a:noFill xmlns:a="http://schemas.openxmlformats.org/drawingml/2006/main"/>
        </p:spPr>
        <p:txBody>
          <a:bodyPr xmlns:a="http://schemas.openxmlformats.org/drawingml/2006/main" wrap="square">
            <a:normAutofit/>
          </a:bodyPr>
          <a:lstStyle xmlns:a="http://schemas.openxmlformats.org/drawingml/2006/main"/>
          <a:p xmlns:a="http://schemas.openxmlformats.org/drawingml/2006/main">
            <a:pPr>
              <a:lnSpc>
                <a:spcPct val="115000"/>
              </a:lnSpc>
              <a:buNone/>
              <a:defRPr sz="1800"/>
            </a:pPr>
            <a:r>
              <a:rPr sz="1800">
                <a:latin typeface="Times New Roman"/>
                <a:ea typeface="Times New Roman"/>
                <a:cs typeface="Times New Roman"/>
              </a:rPr>
              <a:t>1    </a:t>
            </a:r>
            <a:r>
              <a:rPr sz="1800">
                <a:latin typeface="Times New Roman"/>
                <a:ea typeface="Times New Roman"/>
                <a:cs typeface="Times New Roman"/>
              </a:rPr>
              <a:t>完成论文的对比实验部分</a:t>
            </a:r>
            <a:endParaRPr>
              <a:latin typeface="Times New Roman"/>
              <a:ea typeface="Times New Roman"/>
              <a:cs typeface="Times New Roman"/>
            </a:endParaRPr>
          </a:p>
          <a:p xmlns:a="http://schemas.openxmlformats.org/drawingml/2006/main">
            <a:endParaRPr>
              <a:latin typeface="Times New Roman"/>
              <a:ea typeface="Times New Roman"/>
              <a:cs typeface="Times New Roman"/>
            </a:endParaRPr>
          </a:p>
          <a:p xmlns:a="http://schemas.openxmlformats.org/drawingml/2006/main">
            <a:pPr marL="342900" indent="-342900">
              <a:lnSpc>
                <a:spcPct val="115000"/>
              </a:lnSpc>
              <a:buAutoNum type="arabicPlain" startAt="2"/>
              <a:defRPr sz="1800"/>
            </a:pPr>
            <a:r>
              <a:rPr sz="1800">
                <a:latin typeface="Times New Roman"/>
                <a:ea typeface="Times New Roman"/>
                <a:cs typeface="Times New Roman"/>
              </a:rPr>
              <a:t>完成论文子实验</a:t>
            </a:r>
            <a:endParaRPr>
              <a:latin typeface="Times New Roman"/>
              <a:ea typeface="Times New Roman"/>
              <a:cs typeface="Times New Roman"/>
            </a:endParaRPr>
          </a:p>
          <a:p xmlns:a="http://schemas.openxmlformats.org/drawingml/2006/main">
            <a:pPr marL="342900" indent="-342900">
              <a:buAutoNum type="arabicPlain" startAt="2"/>
            </a:pPr>
            <a:endParaRPr>
              <a:latin typeface="Times New Roman"/>
              <a:ea typeface="Times New Roman"/>
              <a:cs typeface="Times New Roman"/>
            </a:endParaRPr>
          </a:p>
          <a:p xmlns:a="http://schemas.openxmlformats.org/drawingml/2006/main">
            <a:pPr marL="342900" indent="-342900">
              <a:lnSpc>
                <a:spcPct val="115000"/>
              </a:lnSpc>
              <a:buAutoNum type="arabicPlain" startAt="2"/>
              <a:defRPr sz="1800"/>
            </a:pPr>
            <a:r>
              <a:rPr sz="1800">
                <a:latin typeface="Times New Roman"/>
                <a:ea typeface="Times New Roman"/>
                <a:cs typeface="Times New Roman"/>
              </a:rPr>
              <a:t>完成论文摘要撰写</a:t>
            </a:r>
            <a:endParaRPr sz="1800">
              <a:latin typeface="Times New Roman"/>
              <a:ea typeface="Times New Roman"/>
              <a:cs typeface="Times New Roman"/>
            </a:endParaRPr>
          </a:p>
          <a:p xmlns:a="http://schemas.openxmlformats.org/drawingml/2006/main">
            <a:pPr marL="342900" indent="-342900">
              <a:buAutoNum type="arabicPlain" startAt="2"/>
            </a:pPr>
            <a:endParaRPr sz="1800">
              <a:latin typeface="Times New Roman"/>
              <a:ea typeface="Times New Roman"/>
              <a:cs typeface="Times New Roman"/>
            </a:endParaRPr>
          </a:p>
          <a:p xmlns:a="http://schemas.openxmlformats.org/drawingml/2006/main">
            <a:pPr marL="342900" indent="-342900">
              <a:lnSpc>
                <a:spcPct val="115000"/>
              </a:lnSpc>
              <a:buAutoNum type="arabicPlain" startAt="2"/>
              <a:defRPr sz="1800"/>
            </a:pPr>
            <a:r>
              <a:rPr sz="1800"/>
              <a:t>阅读</a:t>
            </a:r>
            <a:r>
              <a:rPr sz="1800"/>
              <a:t> Agent </a:t>
            </a:r>
            <a:r>
              <a:rPr sz="1800"/>
              <a:t>与遥感图文检索论文，学习实验部分写作思路</a:t>
            </a:r>
            <a:endParaRPr sz="1800"/>
          </a:p>
        </p:txBody>
      </p:sp>
      <p:pic>
        <p:nvPicPr>
          <p:cNvPr id="25" name="图片 3"/>
          <p:cNvPicPr>
            <a:picLocks xmlns:a="http://schemas.openxmlformats.org/drawingml/2006/main" noChangeAspect="1"/>
          </p:cNvPicPr>
          <p:nvPr/>
        </p:nvPicPr>
        <p:blipFill>
          <a:blip xmlns:r="http://schemas.openxmlformats.org/officeDocument/2006/relationships" xmlns:a="http://schemas.openxmlformats.org/drawingml/2006/main" r:embed="Rd1680f512b934fcd"/>
          <a:stretch xmlns:a="http://schemas.openxmlformats.org/drawingml/2006/main">
            <a:fillRect l="0" t="0" r="0" b="0"/>
          </a:stretch>
        </p:blipFill>
        <p:spPr>
          <a:xfrm xmlns:a="http://schemas.openxmlformats.org/drawingml/2006/main">
            <a:off x="8188960" y="45085"/>
            <a:ext cx="807720" cy="881380"/>
          </a:xfrm>
          <a:prstGeom xmlns:a="http://schemas.openxmlformats.org/drawingml/2006/main" prst="rect">
            <a:avLst/>
          </a:prstGeom>
        </p:spPr>
      </p:pic>
    </p:spTree>
    <p:extLst>
      <p:ext uri="{BB962C8B-B14F-4D97-AF65-F5344CB8AC3E}">
        <p14:creationId xmlns:p14="http://schemas.microsoft.com/office/powerpoint/2010/main" val="199453352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8" name="图片 3"/>
          <p:cNvPicPr>
            <a:picLocks xmlns:a="http://schemas.openxmlformats.org/drawingml/2006/main" noChangeAspect="1"/>
          </p:cNvPicPr>
          <p:nvPr/>
        </p:nvPicPr>
        <p:blipFill>
          <a:blip xmlns:r="http://schemas.openxmlformats.org/officeDocument/2006/relationships" xmlns:a="http://schemas.openxmlformats.org/drawingml/2006/main" r:embed="Rd689379e5d58451e"/>
          <a:stretch xmlns:a="http://schemas.openxmlformats.org/drawingml/2006/main">
            <a:fillRect l="0" t="0" r="0" b="0"/>
          </a:stretch>
        </p:blipFill>
        <p:spPr>
          <a:xfrm xmlns:a="http://schemas.openxmlformats.org/drawingml/2006/main">
            <a:off x="8188960" y="45085"/>
            <a:ext cx="807720" cy="881380"/>
          </a:xfrm>
          <a:prstGeom xmlns:a="http://schemas.openxmlformats.org/drawingml/2006/main" prst="rect">
            <a:avLst/>
          </a:prstGeom>
        </p:spPr>
      </p:pic>
      <p:sp>
        <p:nvSpPr>
          <p:cNvPr id="22" name="矩形 21">
            <a:extLst xmlns:a="http://schemas.openxmlformats.org/drawingml/2006/main">
              <a:ext uri="{FF2B5EF4-FFF2-40B4-BE49-F238E27FC236}">
                <a16:creationId xmlns:a16="http://schemas.microsoft.com/office/drawing/2014/main" id="{C70F0FA7-35DF-420E-BEAA-D2076C30280D}"/>
              </a:ext>
            </a:extLst>
          </p:cNvPr>
          <p:cNvSpPr>
            <a:spLocks xmlns:a="http://schemas.openxmlformats.org/drawingml/2006/main" noGrp="1"/>
          </p:cNvSpPr>
          <p:nvPr/>
        </p:nvSpPr>
        <p:spPr>
          <a:xfrm xmlns:a="http://schemas.openxmlformats.org/drawingml/2006/main">
            <a:off x="251460" y="68580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1.1 主表（核心贡献）</a:t>
            </a:r>
          </a:p>
        </p:txBody>
      </p:sp>
      <p:sp>
        <p:nvSpPr>
          <p:cNvPr id="23" name="矩形 22">
            <a:extLst xmlns:a="http://schemas.openxmlformats.org/drawingml/2006/main">
              <a:ext uri="{FF2B5EF4-FFF2-40B4-BE49-F238E27FC236}">
                <a16:creationId xmlns:a16="http://schemas.microsoft.com/office/drawing/2014/main" id="{55566E00-77B5-4107-A0AC-7BB416996ECF}"/>
              </a:ext>
            </a:extLst>
          </p:cNvPr>
          <p:cNvSpPr>
            <a:spLocks xmlns:a="http://schemas.openxmlformats.org/drawingml/2006/main" noGrp="1"/>
          </p:cNvSpPr>
          <p:nvPr/>
        </p:nvSpPr>
        <p:spPr>
          <a:xfrm xmlns:a="http://schemas.openxmlformats.org/drawingml/2006/main">
            <a:off x="0" y="1095375"/>
            <a:ext cx="7019925" cy="66675"/>
          </a:xfrm>
          <a:prstGeom xmlns:a="http://schemas.openxmlformats.org/drawingml/2006/main" prst="rect">
            <a:avLst/>
          </a:prstGeom>
          <a:solidFill xmlns:a="http://schemas.openxmlformats.org/drawingml/2006/main">
            <a:srgbClr val="0071C8"/>
          </a:solidFill>
          <a:ln xmlns:a="http://schemas.openxmlformats.org/drawingml/2006/main" w="0">
            <a:solidFill>
              <a:srgbClr val="0071C8"/>
            </a:solidFill>
          </a:ln>
        </p:spPr>
      </p:sp>
      <p:graphicFrame>
        <p:nvGraphicFramePr>
          <p:cNvPr id="31" name="表格 30"/>
          <p:cNvGraphicFramePr/>
          <p:nvPr/>
        </p:nvGraphicFramePr>
        <p:xfrm>
          <a:off xmlns:a="http://schemas.openxmlformats.org/drawingml/2006/main" x="285750" y="1666875"/>
          <a:ext xmlns:a="http://schemas.openxmlformats.org/drawingml/2006/main" cx="8572500" cy="1866900"/>
        </p:xfrm>
        <a:graphic xmlns:a="http://schemas.openxmlformats.org/drawingml/2006/main">
          <a:graphicData uri="http://schemas.openxmlformats.org/drawingml/2006/table">
            <a:tbl>
              <a:tblPr/>
              <a:tblGrid>
                <a:gridCol w="3143250"/>
                <a:gridCol w="1000125"/>
                <a:gridCol w="857250"/>
                <a:gridCol w="857250"/>
                <a:gridCol w="857250"/>
                <a:gridCol w="1857375"/>
              </a:tblGrid>
              <a:tr h="381000">
                <a:tc>
                  <a:txBody>
                    <a:bodyPr/>
                    <a:lstStyle/>
                    <a:p>
                      <a:pPr algn="ctr">
                        <a:buNone/>
                      </a:pPr>
                      <a:r>
                        <a:rPr sz="1275" b="1">
                          <a:solidFill>
                            <a:srgbClr val="FFFFFF"/>
                          </a:solidFill>
                          <a:latin typeface="微软雅黑"/>
                          <a:ea typeface="微软雅黑"/>
                          <a:cs typeface="微软雅黑"/>
                        </a:rPr>
                        <a:t>方法</a:t>
                      </a:r>
                    </a:p>
                  </a:txBody>
                  <a:tcPr marL="28575" marR="28575" marT="28575" marB="28575" anchor="ctr">
                    <a:solidFill>
                      <a:srgbClr val="0070C0"/>
                    </a:solidFill>
                  </a:tcPr>
                </a:tc>
                <a:tc>
                  <a:txBody>
                    <a:bodyPr/>
                    <a:lstStyle/>
                    <a:p>
                      <a:pPr algn="ctr">
                        <a:buNone/>
                      </a:pPr>
                      <a:r>
                        <a:rPr sz="1275" b="1">
                          <a:solidFill>
                            <a:srgbClr val="FFFFFF"/>
                          </a:solidFill>
                          <a:latin typeface="微软雅黑"/>
                          <a:ea typeface="微软雅黑"/>
                          <a:cs typeface="微软雅黑"/>
                        </a:rPr>
                        <a:t>骨干</a:t>
                      </a:r>
                    </a:p>
                  </a:txBody>
                  <a:tcPr marL="28575" marR="28575" marT="28575" marB="28575" anchor="ctr">
                    <a:solidFill>
                      <a:srgbClr val="0070C0"/>
                    </a:solidFill>
                  </a:tcPr>
                </a:tc>
                <a:tc>
                  <a:txBody>
                    <a:bodyPr/>
                    <a:lstStyle/>
                    <a:p>
                      <a:pPr algn="ctr">
                        <a:buNone/>
                      </a:pPr>
                      <a:r>
                        <a:rPr sz="1275" b="1">
                          <a:solidFill>
                            <a:srgbClr val="FFFFFF"/>
                          </a:solidFill>
                          <a:latin typeface="微软雅黑"/>
                          <a:ea typeface="微软雅黑"/>
                          <a:cs typeface="微软雅黑"/>
                        </a:rPr>
                        <a:t>UCM</a:t>
                      </a:r>
                    </a:p>
                  </a:txBody>
                  <a:tcPr marL="28575" marR="28575" marT="28575" marB="28575" anchor="ctr">
                    <a:solidFill>
                      <a:srgbClr val="0070C0"/>
                    </a:solidFill>
                  </a:tcPr>
                </a:tc>
                <a:tc>
                  <a:txBody>
                    <a:bodyPr/>
                    <a:lstStyle/>
                    <a:p>
                      <a:pPr algn="ctr">
                        <a:buNone/>
                      </a:pPr>
                      <a:r>
                        <a:rPr sz="1275" b="1">
                          <a:solidFill>
                            <a:srgbClr val="FFFFFF"/>
                          </a:solidFill>
                          <a:latin typeface="微软雅黑"/>
                          <a:ea typeface="微软雅黑"/>
                          <a:cs typeface="微软雅黑"/>
                        </a:rPr>
                        <a:t>RSICD</a:t>
                      </a:r>
                    </a:p>
                  </a:txBody>
                  <a:tcPr marL="28575" marR="28575" marT="28575" marB="28575" anchor="ctr">
                    <a:solidFill>
                      <a:srgbClr val="0070C0"/>
                    </a:solidFill>
                  </a:tcPr>
                </a:tc>
                <a:tc>
                  <a:txBody>
                    <a:bodyPr/>
                    <a:lstStyle/>
                    <a:p>
                      <a:pPr algn="ctr">
                        <a:buNone/>
                      </a:pPr>
                      <a:r>
                        <a:rPr sz="1275" b="1">
                          <a:solidFill>
                            <a:srgbClr val="FFFFFF"/>
                          </a:solidFill>
                          <a:latin typeface="微软雅黑"/>
                          <a:ea typeface="微软雅黑"/>
                          <a:cs typeface="微软雅黑"/>
                        </a:rPr>
                        <a:t>RSITMD</a:t>
                      </a:r>
                    </a:p>
                  </a:txBody>
                  <a:tcPr marL="28575" marR="28575" marT="28575" marB="28575" anchor="ctr">
                    <a:solidFill>
                      <a:srgbClr val="0070C0"/>
                    </a:solidFill>
                  </a:tcPr>
                </a:tc>
                <a:tc>
                  <a:txBody>
                    <a:bodyPr/>
                    <a:lstStyle/>
                    <a:p>
                      <a:pPr algn="ctr">
                        <a:buNone/>
                      </a:pPr>
                      <a:r>
                        <a:rPr sz="1275" b="1">
                          <a:solidFill>
                            <a:srgbClr val="FFFFFF"/>
                          </a:solidFill>
                          <a:latin typeface="微软雅黑"/>
                          <a:ea typeface="微软雅黑"/>
                          <a:cs typeface="微软雅黑"/>
                        </a:rPr>
                        <a:t>来源</a:t>
                      </a:r>
                    </a:p>
                  </a:txBody>
                  <a:tcPr marL="28575" marR="28575" marT="28575" marB="28575" anchor="ctr">
                    <a:solidFill>
                      <a:srgbClr val="0070C0"/>
                    </a:solidFill>
                  </a:tcPr>
                </a:tc>
              </a:tr>
              <a:tr h="495300">
                <a:tc>
                  <a:txBody>
                    <a:bodyPr/>
                    <a:lstStyle/>
                    <a:p>
                      <a:pPr algn="ctr">
                        <a:buNone/>
                      </a:pPr>
                      <a:r>
                        <a:rPr sz="1200">
                          <a:solidFill>
                            <a:srgbClr val="333333"/>
                          </a:solidFill>
                          <a:latin typeface="微软雅黑"/>
                          <a:ea typeface="微软雅黑"/>
                          <a:cs typeface="微软雅黑"/>
                        </a:rPr>
                        <a:t>原版 CUP（CCB 聚类先验 · TNNLS 2025）</a:t>
                      </a:r>
                    </a:p>
                  </a:txBody>
                  <a:tcPr marL="28575" marR="28575" marT="19050" marB="19050" anchor="ctr">
                    <a:solidFill>
                      <a:srgbClr val="FFFFFF"/>
                    </a:solidFill>
                  </a:tcPr>
                </a:tc>
                <a:tc>
                  <a:txBody>
                    <a:bodyPr/>
                    <a:lstStyle/>
                    <a:p>
                      <a:pPr algn="ctr">
                        <a:buNone/>
                      </a:pPr>
                      <a:r>
                        <a:rPr sz="1200">
                          <a:solidFill>
                            <a:srgbClr val="333333"/>
                          </a:solidFill>
                          <a:latin typeface="微软雅黑"/>
                          <a:ea typeface="微软雅黑"/>
                          <a:cs typeface="微软雅黑"/>
                        </a:rPr>
                        <a:t>ViT-L/14</a:t>
                      </a:r>
                    </a:p>
                  </a:txBody>
                  <a:tcPr marL="28575" marR="28575" marT="19050" marB="19050" anchor="ctr">
                    <a:solidFill>
                      <a:srgbClr val="FFFFFF"/>
                    </a:solidFill>
                  </a:tcPr>
                </a:tc>
                <a:tc>
                  <a:txBody>
                    <a:bodyPr/>
                    <a:lstStyle/>
                    <a:p>
                      <a:pPr algn="ctr">
                        <a:buNone/>
                      </a:pPr>
                      <a:r>
                        <a:rPr sz="1200">
                          <a:solidFill>
                            <a:srgbClr val="333333"/>
                          </a:solidFill>
                          <a:latin typeface="微软雅黑"/>
                          <a:ea typeface="微软雅黑"/>
                          <a:cs typeface="微软雅黑"/>
                        </a:rPr>
                        <a:t>50.85</a:t>
                      </a:r>
                    </a:p>
                  </a:txBody>
                  <a:tcPr marL="28575" marR="28575" marT="19050" marB="19050" anchor="ctr">
                    <a:solidFill>
                      <a:srgbClr val="FFFFFF"/>
                    </a:solidFill>
                  </a:tcPr>
                </a:tc>
                <a:tc>
                  <a:txBody>
                    <a:bodyPr/>
                    <a:lstStyle/>
                    <a:p>
                      <a:pPr algn="ctr">
                        <a:buNone/>
                      </a:pPr>
                      <a:r>
                        <a:rPr sz="1200">
                          <a:solidFill>
                            <a:srgbClr val="333333"/>
                          </a:solidFill>
                          <a:latin typeface="微软雅黑"/>
                          <a:ea typeface="微软雅黑"/>
                          <a:cs typeface="微软雅黑"/>
                        </a:rPr>
                        <a:t>31.15</a:t>
                      </a:r>
                    </a:p>
                  </a:txBody>
                  <a:tcPr marL="28575" marR="28575" marT="19050" marB="19050" anchor="ctr">
                    <a:solidFill>
                      <a:srgbClr val="FFFFFF"/>
                    </a:solidFill>
                  </a:tcPr>
                </a:tc>
                <a:tc>
                  <a:txBody>
                    <a:bodyPr/>
                    <a:lstStyle/>
                    <a:p>
                      <a:pPr algn="ctr">
                        <a:buNone/>
                      </a:pPr>
                      <a:r>
                        <a:rPr sz="1200">
                          <a:solidFill>
                            <a:srgbClr val="333333"/>
                          </a:solidFill>
                          <a:latin typeface="微软雅黑"/>
                          <a:ea typeface="微软雅黑"/>
                          <a:cs typeface="微软雅黑"/>
                        </a:rPr>
                        <a:t>40.25</a:t>
                      </a:r>
                    </a:p>
                  </a:txBody>
                  <a:tcPr marL="28575" marR="28575" marT="19050" marB="19050" anchor="ctr">
                    <a:solidFill>
                      <a:srgbClr val="FFFFFF"/>
                    </a:solidFill>
                  </a:tcPr>
                </a:tc>
                <a:tc>
                  <a:txBody>
                    <a:bodyPr/>
                    <a:lstStyle/>
                    <a:p>
                      <a:pPr algn="ctr">
                        <a:buNone/>
                      </a:pPr>
                      <a:r>
                        <a:rPr sz="1200">
                          <a:solidFill>
                            <a:srgbClr val="333333"/>
                          </a:solidFill>
                          <a:latin typeface="微软雅黑"/>
                          <a:ea typeface="微软雅黑"/>
                          <a:cs typeface="微软雅黑"/>
                        </a:rPr>
                        <a:t>本机复现 · 2026</a:t>
                      </a:r>
                    </a:p>
                  </a:txBody>
                  <a:tcPr marL="28575" marR="28575" marT="19050" marB="19050" anchor="ctr">
                    <a:solidFill>
                      <a:srgbClr val="FFFFFF"/>
                    </a:solidFill>
                  </a:tcPr>
                </a:tc>
              </a:tr>
              <a:tr h="495300">
                <a:tc>
                  <a:txBody>
                    <a:bodyPr/>
                    <a:lstStyle/>
                    <a:p>
                      <a:pPr algn="ctr">
                        <a:buNone/>
                      </a:pPr>
                      <a:r>
                        <a:rPr sz="1200">
                          <a:solidFill>
                            <a:srgbClr val="333333"/>
                          </a:solidFill>
                          <a:latin typeface="微软雅黑"/>
                          <a:ea typeface="微软雅黑"/>
                          <a:cs typeface="微软雅黑"/>
                        </a:rPr>
                        <a:t>原版 CUP（论文报告数字 · TNNLS 2025，可选行）</a:t>
                      </a:r>
                    </a:p>
                  </a:txBody>
                  <a:tcPr marL="28575" marR="28575" marT="19050" marB="19050" anchor="ctr">
                    <a:solidFill>
                      <a:srgbClr val="FFFFFF"/>
                    </a:solidFill>
                  </a:tcPr>
                </a:tc>
                <a:tc>
                  <a:txBody>
                    <a:bodyPr/>
                    <a:lstStyle/>
                    <a:p>
                      <a:pPr algn="ctr">
                        <a:buNone/>
                      </a:pPr>
                      <a:r>
                        <a:rPr sz="1200">
                          <a:solidFill>
                            <a:srgbClr val="333333"/>
                          </a:solidFill>
                          <a:latin typeface="微软雅黑"/>
                          <a:ea typeface="微软雅黑"/>
                          <a:cs typeface="微软雅黑"/>
                        </a:rPr>
                        <a:t>ViT-L/14</a:t>
                      </a:r>
                    </a:p>
                  </a:txBody>
                  <a:tcPr marL="28575" marR="28575" marT="19050" marB="19050" anchor="ctr">
                    <a:solidFill>
                      <a:srgbClr val="FFFFFF"/>
                    </a:solidFill>
                  </a:tcPr>
                </a:tc>
                <a:tc>
                  <a:txBody>
                    <a:bodyPr/>
                    <a:lstStyle/>
                    <a:p>
                      <a:pPr algn="ctr">
                        <a:buNone/>
                      </a:pPr>
                      <a:r>
                        <a:rPr sz="1200">
                          <a:solidFill>
                            <a:srgbClr val="333333"/>
                          </a:solidFill>
                          <a:latin typeface="微软雅黑"/>
                          <a:ea typeface="微软雅黑"/>
                          <a:cs typeface="微软雅黑"/>
                        </a:rPr>
                        <a:t>52.95 †</a:t>
                      </a:r>
                    </a:p>
                  </a:txBody>
                  <a:tcPr marL="28575" marR="28575" marT="19050" marB="19050" anchor="ctr">
                    <a:solidFill>
                      <a:srgbClr val="FFFFFF"/>
                    </a:solidFill>
                  </a:tcPr>
                </a:tc>
                <a:tc>
                  <a:txBody>
                    <a:bodyPr/>
                    <a:lstStyle/>
                    <a:p>
                      <a:pPr algn="ctr">
                        <a:buNone/>
                      </a:pPr>
                      <a:r>
                        <a:rPr sz="1200">
                          <a:solidFill>
                            <a:srgbClr val="333333"/>
                          </a:solidFill>
                          <a:latin typeface="微软雅黑"/>
                          <a:ea typeface="微软雅黑"/>
                          <a:cs typeface="微软雅黑"/>
                        </a:rPr>
                        <a:t>33.43 †</a:t>
                      </a:r>
                    </a:p>
                  </a:txBody>
                  <a:tcPr marL="28575" marR="28575" marT="19050" marB="19050" anchor="ctr">
                    <a:solidFill>
                      <a:srgbClr val="FFFFFF"/>
                    </a:solidFill>
                  </a:tcPr>
                </a:tc>
                <a:tc>
                  <a:txBody>
                    <a:bodyPr/>
                    <a:lstStyle/>
                    <a:p>
                      <a:pPr algn="ctr">
                        <a:buNone/>
                      </a:pPr>
                      <a:r>
                        <a:rPr sz="1200">
                          <a:solidFill>
                            <a:srgbClr val="333333"/>
                          </a:solidFill>
                          <a:latin typeface="微软雅黑"/>
                          <a:ea typeface="微软雅黑"/>
                          <a:cs typeface="微软雅黑"/>
                        </a:rPr>
                        <a:t>45.61 †</a:t>
                      </a:r>
                    </a:p>
                  </a:txBody>
                  <a:tcPr marL="28575" marR="28575" marT="19050" marB="19050" anchor="ctr">
                    <a:solidFill>
                      <a:srgbClr val="FFFFFF"/>
                    </a:solidFill>
                  </a:tcPr>
                </a:tc>
                <a:tc>
                  <a:txBody>
                    <a:bodyPr/>
                    <a:lstStyle/>
                    <a:p>
                      <a:pPr algn="ctr">
                        <a:buNone/>
                      </a:pPr>
                      <a:r>
                        <a:rPr sz="1200">
                          <a:solidFill>
                            <a:srgbClr val="333333"/>
                          </a:solidFill>
                          <a:latin typeface="微软雅黑"/>
                          <a:ea typeface="微软雅黑"/>
                          <a:cs typeface="微软雅黑"/>
                        </a:rPr>
                        <a:t>5 次平均 · TNNLS 2025</a:t>
                      </a:r>
                    </a:p>
                  </a:txBody>
                  <a:tcPr marL="28575" marR="28575" marT="19050" marB="19050" anchor="ctr">
                    <a:solidFill>
                      <a:srgbClr val="FFFFFF"/>
                    </a:solidFill>
                  </a:tcPr>
                </a:tc>
              </a:tr>
              <a:tr h="495300">
                <a:tc>
                  <a:txBody>
                    <a:bodyPr/>
                    <a:lstStyle/>
                    <a:p>
                      <a:pPr algn="ctr">
                        <a:buNone/>
                      </a:pPr>
                      <a:r>
                        <a:rPr sz="1200" b="1">
                          <a:solidFill>
                            <a:srgbClr val="005AA9"/>
                          </a:solidFill>
                          <a:latin typeface="微软雅黑"/>
                          <a:ea typeface="微软雅黑"/>
                          <a:cs typeface="微软雅黑"/>
                        </a:rPr>
                        <a:t>Ours（工具 + agent + GRPO 冷启动 · 2026）主方法</a:t>
                      </a:r>
                    </a:p>
                  </a:txBody>
                  <a:tcPr marL="28575" marR="28575" marT="19050" marB="19050" anchor="ctr">
                    <a:solidFill>
                      <a:srgbClr val="EAF4FB"/>
                    </a:solidFill>
                  </a:tcPr>
                </a:tc>
                <a:tc>
                  <a:txBody>
                    <a:bodyPr/>
                    <a:lstStyle/>
                    <a:p>
                      <a:pPr algn="ctr">
                        <a:buNone/>
                      </a:pPr>
                      <a:r>
                        <a:rPr sz="1200" b="1">
                          <a:solidFill>
                            <a:srgbClr val="005AA9"/>
                          </a:solidFill>
                          <a:latin typeface="微软雅黑"/>
                          <a:ea typeface="微软雅黑"/>
                          <a:cs typeface="微软雅黑"/>
                        </a:rPr>
                        <a:t>ViT-L/14</a:t>
                      </a:r>
                    </a:p>
                  </a:txBody>
                  <a:tcPr marL="28575" marR="28575" marT="19050" marB="19050" anchor="ctr">
                    <a:solidFill>
                      <a:srgbClr val="EAF4FB"/>
                    </a:solidFill>
                  </a:tcPr>
                </a:tc>
                <a:tc>
                  <a:txBody>
                    <a:bodyPr/>
                    <a:lstStyle/>
                    <a:p>
                      <a:pPr algn="ctr">
                        <a:buNone/>
                      </a:pPr>
                      <a:r>
                        <a:rPr sz="1200" b="1">
                          <a:solidFill>
                            <a:srgbClr val="005AA9"/>
                          </a:solidFill>
                          <a:latin typeface="微软雅黑"/>
                          <a:ea typeface="微软雅黑"/>
                          <a:cs typeface="微软雅黑"/>
                        </a:rPr>
                        <a:t>58.55</a:t>
                      </a:r>
                    </a:p>
                  </a:txBody>
                  <a:tcPr marL="28575" marR="28575" marT="19050" marB="19050" anchor="ctr">
                    <a:solidFill>
                      <a:srgbClr val="EAF4FB"/>
                    </a:solidFill>
                  </a:tcPr>
                </a:tc>
                <a:tc>
                  <a:txBody>
                    <a:bodyPr/>
                    <a:lstStyle/>
                    <a:p>
                      <a:pPr algn="ctr">
                        <a:buNone/>
                      </a:pPr>
                      <a:r>
                        <a:rPr sz="1200" b="1">
                          <a:solidFill>
                            <a:srgbClr val="005AA9"/>
                          </a:solidFill>
                          <a:latin typeface="微软雅黑"/>
                          <a:ea typeface="微软雅黑"/>
                          <a:cs typeface="微软雅黑"/>
                        </a:rPr>
                        <a:t>43.12</a:t>
                      </a:r>
                    </a:p>
                  </a:txBody>
                  <a:tcPr marL="28575" marR="28575" marT="19050" marB="19050" anchor="ctr">
                    <a:solidFill>
                      <a:srgbClr val="EAF4FB"/>
                    </a:solidFill>
                  </a:tcPr>
                </a:tc>
                <a:tc>
                  <a:txBody>
                    <a:bodyPr/>
                    <a:lstStyle/>
                    <a:p>
                      <a:pPr algn="ctr">
                        <a:buNone/>
                      </a:pPr>
                      <a:r>
                        <a:rPr sz="1200" b="1">
                          <a:solidFill>
                            <a:srgbClr val="005AA9"/>
                          </a:solidFill>
                          <a:latin typeface="微软雅黑"/>
                          <a:ea typeface="微软雅黑"/>
                          <a:cs typeface="微软雅黑"/>
                        </a:rPr>
                        <a:t>58.63</a:t>
                      </a:r>
                    </a:p>
                  </a:txBody>
                  <a:tcPr marL="28575" marR="28575" marT="19050" marB="19050" anchor="ctr">
                    <a:solidFill>
                      <a:srgbClr val="EAF4FB"/>
                    </a:solidFill>
                  </a:tcPr>
                </a:tc>
                <a:tc>
                  <a:txBody>
                    <a:bodyPr/>
                    <a:lstStyle/>
                    <a:p>
                      <a:pPr algn="ctr">
                        <a:buNone/>
                      </a:pPr>
                      <a:r>
                        <a:rPr sz="1200" b="1">
                          <a:solidFill>
                            <a:srgbClr val="005AA9"/>
                          </a:solidFill>
                          <a:latin typeface="微软雅黑"/>
                          <a:ea typeface="微软雅黑"/>
                          <a:cs typeface="微软雅黑"/>
                        </a:rPr>
                        <a:t>本机 · 2026</a:t>
                      </a:r>
                    </a:p>
                  </a:txBody>
                  <a:tcPr marL="28575" marR="28575" marT="19050" marB="19050" anchor="ctr">
                    <a:solidFill>
                      <a:srgbClr val="EAF4FB"/>
                    </a:solidFill>
                  </a:tcPr>
                </a:tc>
              </a:tr>
            </a:tbl>
          </a:graphicData>
        </a:graphic>
      </p:graphicFrame>
      <p:sp>
        <p:nvSpPr>
          <p:cNvPr id="25" name="矩形 24">
            <a:extLst xmlns:a="http://schemas.openxmlformats.org/drawingml/2006/main">
              <a:ext uri="{FF2B5EF4-FFF2-40B4-BE49-F238E27FC236}">
                <a16:creationId xmlns:a16="http://schemas.microsoft.com/office/drawing/2014/main" id="{FFB9B1EB-163A-45C7-900F-310E83E544E7}"/>
              </a:ext>
            </a:extLst>
          </p:cNvPr>
          <p:cNvSpPr>
            <a:spLocks xmlns:a="http://schemas.openxmlformats.org/drawingml/2006/main" noGrp="1"/>
          </p:cNvSpPr>
          <p:nvPr/>
        </p:nvSpPr>
        <p:spPr>
          <a:xfrm xmlns:a="http://schemas.openxmlformats.org/drawingml/2006/main">
            <a:off x="304800" y="6191250"/>
            <a:ext cx="847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900" i="1">
                <a:solidFill>
                  <a:srgbClr val="666666"/>
                </a:solidFill>
                <a:latin typeface="微软雅黑"/>
                <a:ea typeface="微软雅黑"/>
                <a:cs typeface="微软雅黑"/>
              </a:defRPr>
            </a:pPr>
            <a:r>
              <a:rPr sz="900" i="1">
                <a:solidFill>
                  <a:srgbClr val="666666"/>
                </a:solidFill>
                <a:latin typeface="微软雅黑"/>
                <a:ea typeface="微软雅黑"/>
                <a:cs typeface="微软雅黑"/>
              </a:rPr>
              <a:t>数据来源：experiment_board.html；主表与补充对比表均保持原始数值口径。</a:t>
            </a:r>
          </a:p>
        </p:txBody>
      </p:sp>
    </p:spTree>
    <p:extLst>
      <p:ext uri="{BB962C8B-B14F-4D97-AF65-F5344CB8AC3E}">
        <p14:creationId xmlns:p14="http://schemas.microsoft.com/office/powerpoint/2010/main" val="199453352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8" name="图片 3"/>
          <p:cNvPicPr>
            <a:picLocks xmlns:a="http://schemas.openxmlformats.org/drawingml/2006/main" noChangeAspect="1"/>
          </p:cNvPicPr>
          <p:nvPr/>
        </p:nvPicPr>
        <p:blipFill>
          <a:blip xmlns:r="http://schemas.openxmlformats.org/officeDocument/2006/relationships" xmlns:a="http://schemas.openxmlformats.org/drawingml/2006/main" r:embed="R0227429916f14ea8"/>
          <a:stretch xmlns:a="http://schemas.openxmlformats.org/drawingml/2006/main">
            <a:fillRect l="0" t="0" r="0" b="0"/>
          </a:stretch>
        </p:blipFill>
        <p:spPr>
          <a:xfrm xmlns:a="http://schemas.openxmlformats.org/drawingml/2006/main">
            <a:off x="8188960" y="45085"/>
            <a:ext cx="807720" cy="881380"/>
          </a:xfrm>
          <a:prstGeom xmlns:a="http://schemas.openxmlformats.org/drawingml/2006/main" prst="rect">
            <a:avLst/>
          </a:prstGeom>
        </p:spPr>
      </p:pic>
      <p:sp>
        <p:nvSpPr>
          <p:cNvPr id="22" name="矩形 21">
            <a:extLst xmlns:a="http://schemas.openxmlformats.org/drawingml/2006/main">
              <a:ext uri="{FF2B5EF4-FFF2-40B4-BE49-F238E27FC236}">
                <a16:creationId xmlns:a16="http://schemas.microsoft.com/office/drawing/2014/main" id="{86A8D01B-7C99-480E-8509-998F79ED58CB}"/>
              </a:ext>
            </a:extLst>
          </p:cNvPr>
          <p:cNvSpPr>
            <a:spLocks xmlns:a="http://schemas.openxmlformats.org/drawingml/2006/main" noGrp="1"/>
          </p:cNvSpPr>
          <p:nvPr/>
        </p:nvSpPr>
        <p:spPr>
          <a:xfrm xmlns:a="http://schemas.openxmlformats.org/drawingml/2006/main">
            <a:off x="251460" y="68580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1.2 UCM 对比实验（1/3）</a:t>
            </a:r>
          </a:p>
        </p:txBody>
      </p:sp>
      <p:sp>
        <p:nvSpPr>
          <p:cNvPr id="23" name="矩形 22">
            <a:extLst xmlns:a="http://schemas.openxmlformats.org/drawingml/2006/main">
              <a:ext uri="{FF2B5EF4-FFF2-40B4-BE49-F238E27FC236}">
                <a16:creationId xmlns:a16="http://schemas.microsoft.com/office/drawing/2014/main" id="{20F526CB-28AA-4222-8BA7-0C6E22A298CC}"/>
              </a:ext>
            </a:extLst>
          </p:cNvPr>
          <p:cNvSpPr>
            <a:spLocks xmlns:a="http://schemas.openxmlformats.org/drawingml/2006/main" noGrp="1"/>
          </p:cNvSpPr>
          <p:nvPr/>
        </p:nvSpPr>
        <p:spPr>
          <a:xfrm xmlns:a="http://schemas.openxmlformats.org/drawingml/2006/main">
            <a:off x="0" y="1095375"/>
            <a:ext cx="7019925" cy="66675"/>
          </a:xfrm>
          <a:prstGeom xmlns:a="http://schemas.openxmlformats.org/drawingml/2006/main" prst="rect">
            <a:avLst/>
          </a:prstGeom>
          <a:solidFill xmlns:a="http://schemas.openxmlformats.org/drawingml/2006/main">
            <a:srgbClr val="0071C8"/>
          </a:solidFill>
          <a:ln xmlns:a="http://schemas.openxmlformats.org/drawingml/2006/main" w="0">
            <a:solidFill>
              <a:srgbClr val="0071C8"/>
            </a:solidFill>
          </a:ln>
        </p:spPr>
      </p:sp>
      <p:graphicFrame>
        <p:nvGraphicFramePr>
          <p:cNvPr id="31" name="表格 30"/>
          <p:cNvGraphicFramePr/>
          <p:nvPr/>
        </p:nvGraphicFramePr>
        <p:xfrm>
          <a:off xmlns:a="http://schemas.openxmlformats.org/drawingml/2006/main" x="285750" y="1362075"/>
          <a:ext xmlns:a="http://schemas.openxmlformats.org/drawingml/2006/main" cx="8572500" cy="4381500"/>
        </p:xfrm>
        <a:graphic xmlns:a="http://schemas.openxmlformats.org/drawingml/2006/main">
          <a:graphicData uri="http://schemas.openxmlformats.org/drawingml/2006/table">
            <a:tbl>
              <a:tblPr/>
              <a:tblGrid>
                <a:gridCol w="2143125"/>
                <a:gridCol w="647700"/>
                <a:gridCol w="590550"/>
                <a:gridCol w="647700"/>
                <a:gridCol w="647700"/>
                <a:gridCol w="590550"/>
                <a:gridCol w="647700"/>
                <a:gridCol w="685800"/>
                <a:gridCol w="1971675"/>
              </a:tblGrid>
              <a:tr h="381000">
                <a:tc>
                  <a:txBody>
                    <a:bodyPr/>
                    <a:lstStyle/>
                    <a:p>
                      <a:pPr algn="ctr">
                        <a:buNone/>
                      </a:pPr>
                      <a:r>
                        <a:rPr sz="938" b="1">
                          <a:solidFill>
                            <a:srgbClr val="FFFFFF"/>
                          </a:solidFill>
                          <a:latin typeface="微软雅黑"/>
                          <a:ea typeface="微软雅黑"/>
                          <a:cs typeface="微软雅黑"/>
                        </a:rPr>
                        <a:t>方法</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I2T R@1</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R@5</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R@10</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T2I R@1</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R@5</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R@10</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mR</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来源</a:t>
                      </a:r>
                    </a:p>
                  </a:txBody>
                  <a:tcPr marL="28575" marR="28575" marT="28575" marB="28575" anchor="ctr">
                    <a:solidFill>
                      <a:srgbClr val="0070C0"/>
                    </a:solidFill>
                  </a:tcPr>
                </a:tc>
              </a:tr>
              <a:tr h="400050">
                <a:tc>
                  <a:txBody>
                    <a:bodyPr/>
                    <a:lstStyle/>
                    <a:p>
                      <a:pPr algn="ctr">
                        <a:buNone/>
                      </a:pPr>
                      <a:r>
                        <a:rPr sz="900" b="1">
                          <a:solidFill>
                            <a:srgbClr val="23415F"/>
                          </a:solidFill>
                          <a:latin typeface="微软雅黑"/>
                          <a:ea typeface="微软雅黑"/>
                          <a:cs typeface="微软雅黑"/>
                        </a:rPr>
                        <a:t>① 非 CLIP 系（跨模态检索方法）</a:t>
                      </a: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r>
              <a:tr h="400050">
                <a:tc>
                  <a:txBody>
                    <a:bodyPr/>
                    <a:lstStyle/>
                    <a:p>
                      <a:pPr algn="ctr">
                        <a:buNone/>
                      </a:pPr>
                      <a:r>
                        <a:rPr sz="863">
                          <a:solidFill>
                            <a:srgbClr val="333333"/>
                          </a:solidFill>
                          <a:latin typeface="微软雅黑"/>
                          <a:ea typeface="微软雅黑"/>
                          <a:cs typeface="微软雅黑"/>
                        </a:rPr>
                        <a:t>LW-MCR-b（TGRS 2022）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12.38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43.81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59.52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12.00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46.38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72.48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41.10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CUP Table V · TGRS 2022</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LW-MCR-d（TGRS 2022）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15.24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51.90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62.86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11.90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50.95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75.24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44.68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CUP Table V · TGRS 2022</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LW-MCR-u（TGRS 2022）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18.10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47.14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63.81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13.14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50.38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79.52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45.35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CUP Table V · TGRS 2022</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SMLGN（GNTGRS 2024）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12.86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49.52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75.71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14.29</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52.76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84.67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48.30 †</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转引第三方对比表</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MSITA（GNTGRS 2024）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16.86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49.33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73.33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14.29</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57.16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91.58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50.43 †</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转引第三方对比表</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SSJDN（ResNet+Skip-Thought · ACM TOMM 2023）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17.86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53.57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72.02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20.54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62.56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82.98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51.59 †</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CUP Table V · ACM TOMM 2023（T2I R@1 已核实 20.54）</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PGRN（JSTARS 2025）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16.19</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51.43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75.24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13.62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60.86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95.05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52.06 †</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JSTARS 2025（跨表互证）</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MSA（TGRS 2024）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13.33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59.05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77.14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13.14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57.52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92.48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52.11 †</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转引第三方对比表</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RGAL（TGRS 2025）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17.62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58.86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87.24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18.10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61.10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86.43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54.89 †</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转引第三方对比表</a:t>
                      </a:r>
                    </a:p>
                  </a:txBody>
                  <a:tcPr marL="28575" marR="28575" marT="19050" marB="19050" anchor="ctr">
                    <a:solidFill>
                      <a:srgbClr val="FFFFFF"/>
                    </a:solidFill>
                  </a:tcPr>
                </a:tc>
              </a:tr>
            </a:tbl>
          </a:graphicData>
        </a:graphic>
      </p:graphicFrame>
      <p:sp>
        <p:nvSpPr>
          <p:cNvPr id="25" name="矩形 24">
            <a:extLst xmlns:a="http://schemas.openxmlformats.org/drawingml/2006/main">
              <a:ext uri="{FF2B5EF4-FFF2-40B4-BE49-F238E27FC236}">
                <a16:creationId xmlns:a16="http://schemas.microsoft.com/office/drawing/2014/main" id="{A185A401-437C-4DC0-B90D-FBE871D55926}"/>
              </a:ext>
            </a:extLst>
          </p:cNvPr>
          <p:cNvSpPr>
            <a:spLocks xmlns:a="http://schemas.openxmlformats.org/drawingml/2006/main" noGrp="1"/>
          </p:cNvSpPr>
          <p:nvPr/>
        </p:nvSpPr>
        <p:spPr>
          <a:xfrm xmlns:a="http://schemas.openxmlformats.org/drawingml/2006/main">
            <a:off x="304800" y="6191250"/>
            <a:ext cx="847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900" i="1">
                <a:solidFill>
                  <a:srgbClr val="666666"/>
                </a:solidFill>
                <a:latin typeface="微软雅黑"/>
                <a:ea typeface="微软雅黑"/>
                <a:cs typeface="微软雅黑"/>
              </a:defRPr>
            </a:pPr>
            <a:r>
              <a:rPr sz="900" i="1">
                <a:solidFill>
                  <a:srgbClr val="666666"/>
                </a:solidFill>
                <a:latin typeface="微软雅黑"/>
                <a:ea typeface="微软雅黑"/>
                <a:cs typeface="微软雅黑"/>
              </a:rPr>
              <a:t>注：† 为文献报告或转引结果；表格按原页面完整收录，分组分页展示。</a:t>
            </a:r>
          </a:p>
        </p:txBody>
      </p:sp>
    </p:spTree>
    <p:extLst>
      <p:ext uri="{BB962C8B-B14F-4D97-AF65-F5344CB8AC3E}">
        <p14:creationId xmlns:p14="http://schemas.microsoft.com/office/powerpoint/2010/main" val="199453352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8" name="图片 3"/>
          <p:cNvPicPr>
            <a:picLocks xmlns:a="http://schemas.openxmlformats.org/drawingml/2006/main" noChangeAspect="1"/>
          </p:cNvPicPr>
          <p:nvPr/>
        </p:nvPicPr>
        <p:blipFill>
          <a:blip xmlns:r="http://schemas.openxmlformats.org/officeDocument/2006/relationships" xmlns:a="http://schemas.openxmlformats.org/drawingml/2006/main" r:embed="R230a4d45494644c7"/>
          <a:stretch xmlns:a="http://schemas.openxmlformats.org/drawingml/2006/main">
            <a:fillRect l="0" t="0" r="0" b="0"/>
          </a:stretch>
        </p:blipFill>
        <p:spPr>
          <a:xfrm xmlns:a="http://schemas.openxmlformats.org/drawingml/2006/main">
            <a:off x="8188960" y="45085"/>
            <a:ext cx="807720" cy="881380"/>
          </a:xfrm>
          <a:prstGeom xmlns:a="http://schemas.openxmlformats.org/drawingml/2006/main" prst="rect">
            <a:avLst/>
          </a:prstGeom>
        </p:spPr>
      </p:pic>
      <p:sp>
        <p:nvSpPr>
          <p:cNvPr id="22" name="矩形 21">
            <a:extLst xmlns:a="http://schemas.openxmlformats.org/drawingml/2006/main">
              <a:ext uri="{FF2B5EF4-FFF2-40B4-BE49-F238E27FC236}">
                <a16:creationId xmlns:a16="http://schemas.microsoft.com/office/drawing/2014/main" id="{08042175-B50C-4EA1-B1E1-65E492275C73}"/>
              </a:ext>
            </a:extLst>
          </p:cNvPr>
          <p:cNvSpPr>
            <a:spLocks xmlns:a="http://schemas.openxmlformats.org/drawingml/2006/main" noGrp="1"/>
          </p:cNvSpPr>
          <p:nvPr/>
        </p:nvSpPr>
        <p:spPr>
          <a:xfrm xmlns:a="http://schemas.openxmlformats.org/drawingml/2006/main">
            <a:off x="251460" y="68580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1.2 UCM 对比实验（2/3）</a:t>
            </a:r>
          </a:p>
        </p:txBody>
      </p:sp>
      <p:sp>
        <p:nvSpPr>
          <p:cNvPr id="23" name="矩形 22">
            <a:extLst xmlns:a="http://schemas.openxmlformats.org/drawingml/2006/main">
              <a:ext uri="{FF2B5EF4-FFF2-40B4-BE49-F238E27FC236}">
                <a16:creationId xmlns:a16="http://schemas.microsoft.com/office/drawing/2014/main" id="{BFCF4B7D-216C-4326-9140-B120F9A453DE}"/>
              </a:ext>
            </a:extLst>
          </p:cNvPr>
          <p:cNvSpPr>
            <a:spLocks xmlns:a="http://schemas.openxmlformats.org/drawingml/2006/main" noGrp="1"/>
          </p:cNvSpPr>
          <p:nvPr/>
        </p:nvSpPr>
        <p:spPr>
          <a:xfrm xmlns:a="http://schemas.openxmlformats.org/drawingml/2006/main">
            <a:off x="0" y="1095375"/>
            <a:ext cx="7019925" cy="66675"/>
          </a:xfrm>
          <a:prstGeom xmlns:a="http://schemas.openxmlformats.org/drawingml/2006/main" prst="rect">
            <a:avLst/>
          </a:prstGeom>
          <a:solidFill xmlns:a="http://schemas.openxmlformats.org/drawingml/2006/main">
            <a:srgbClr val="0071C8"/>
          </a:solidFill>
          <a:ln xmlns:a="http://schemas.openxmlformats.org/drawingml/2006/main" w="0">
            <a:solidFill>
              <a:srgbClr val="0071C8"/>
            </a:solidFill>
          </a:ln>
        </p:spPr>
      </p:sp>
      <p:graphicFrame>
        <p:nvGraphicFramePr>
          <p:cNvPr id="31" name="表格 30"/>
          <p:cNvGraphicFramePr/>
          <p:nvPr/>
        </p:nvGraphicFramePr>
        <p:xfrm>
          <a:off xmlns:a="http://schemas.openxmlformats.org/drawingml/2006/main" x="285750" y="1362075"/>
          <a:ext xmlns:a="http://schemas.openxmlformats.org/drawingml/2006/main" cx="8572500" cy="3181350"/>
        </p:xfrm>
        <a:graphic xmlns:a="http://schemas.openxmlformats.org/drawingml/2006/main">
          <a:graphicData uri="http://schemas.openxmlformats.org/drawingml/2006/table">
            <a:tbl>
              <a:tblPr/>
              <a:tblGrid>
                <a:gridCol w="2143125"/>
                <a:gridCol w="647700"/>
                <a:gridCol w="590550"/>
                <a:gridCol w="647700"/>
                <a:gridCol w="647700"/>
                <a:gridCol w="590550"/>
                <a:gridCol w="647700"/>
                <a:gridCol w="685800"/>
                <a:gridCol w="1971675"/>
              </a:tblGrid>
              <a:tr h="381000">
                <a:tc>
                  <a:txBody>
                    <a:bodyPr/>
                    <a:lstStyle/>
                    <a:p>
                      <a:pPr algn="ctr">
                        <a:buNone/>
                      </a:pPr>
                      <a:r>
                        <a:rPr sz="938" b="1">
                          <a:solidFill>
                            <a:srgbClr val="FFFFFF"/>
                          </a:solidFill>
                          <a:latin typeface="微软雅黑"/>
                          <a:ea typeface="微软雅黑"/>
                          <a:cs typeface="微软雅黑"/>
                        </a:rPr>
                        <a:t>方法</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I2T R@1</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R@5</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R@10</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T2I R@1</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R@5</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R@10</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mR</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来源</a:t>
                      </a:r>
                    </a:p>
                  </a:txBody>
                  <a:tcPr marL="28575" marR="28575" marT="28575" marB="28575" anchor="ctr">
                    <a:solidFill>
                      <a:srgbClr val="0070C0"/>
                    </a:solidFill>
                  </a:tcPr>
                </a:tc>
              </a:tr>
              <a:tr h="400050">
                <a:tc>
                  <a:txBody>
                    <a:bodyPr/>
                    <a:lstStyle/>
                    <a:p>
                      <a:pPr algn="ctr">
                        <a:buNone/>
                      </a:pPr>
                      <a:r>
                        <a:rPr sz="900" b="1">
                          <a:solidFill>
                            <a:srgbClr val="23415F"/>
                          </a:solidFill>
                          <a:latin typeface="微软雅黑"/>
                          <a:ea typeface="微软雅黑"/>
                          <a:cs typeface="微软雅黑"/>
                        </a:rPr>
                        <a:t>② CLIP 系（基线 / 微调 / 2025-2026 最新）</a:t>
                      </a: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r>
              <a:tr h="400050">
                <a:tc>
                  <a:txBody>
                    <a:bodyPr/>
                    <a:lstStyle/>
                    <a:p>
                      <a:pPr algn="ctr">
                        <a:buNone/>
                      </a:pPr>
                      <a:r>
                        <a:rPr sz="863">
                          <a:solidFill>
                            <a:srgbClr val="333333"/>
                          </a:solidFill>
                          <a:latin typeface="微软雅黑"/>
                          <a:ea typeface="微软雅黑"/>
                          <a:cs typeface="微软雅黑"/>
                        </a:rPr>
                        <a:t>CLIP 零样本（ICML 2021）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11.90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45.24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72.86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10.75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43.48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71.04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42.55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本机 · ICML 2021</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CLIP 线性探测（ICML 2021）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9.52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46.67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80.48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12.54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49.65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80.30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46.53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本机 · ICML 2021</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CLIP-Adapter（ViT-B/32 · arXiv 2021）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9.83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42.52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66.79</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14.61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51.03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84.14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44.82 †</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CUP Table V · arXiv 2021</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VL-Prompt（ViT-B/32 · arXiv 2022）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7.96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45.48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75.96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12.51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51.57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91.52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47.50 †</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CUP Table V · arXiv 2022（I2T R@1 按 mR 反推）</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CoOp（ViT-B/32 · IJCV 2022）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7.19</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42.76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74.19</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9.78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48.34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87.41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44.95 †</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CUP Table V · IJCV 2022</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PE-RSITR（CLIP + adapter · TGRS 2023）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18.82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62.84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93.72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22.71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55.81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80.33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55.71 †</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转引第三方对比表</a:t>
                      </a:r>
                    </a:p>
                  </a:txBody>
                  <a:tcPr marL="28575" marR="28575" marT="19050" marB="19050" anchor="ctr">
                    <a:solidFill>
                      <a:srgbClr val="FFFFFF"/>
                    </a:solidFill>
                  </a:tcPr>
                </a:tc>
              </a:tr>
            </a:tbl>
          </a:graphicData>
        </a:graphic>
      </p:graphicFrame>
      <p:sp>
        <p:nvSpPr>
          <p:cNvPr id="25" name="矩形 24">
            <a:extLst xmlns:a="http://schemas.openxmlformats.org/drawingml/2006/main">
              <a:ext uri="{FF2B5EF4-FFF2-40B4-BE49-F238E27FC236}">
                <a16:creationId xmlns:a16="http://schemas.microsoft.com/office/drawing/2014/main" id="{CE7E64E1-7B41-434F-A751-BDC3114412D5}"/>
              </a:ext>
            </a:extLst>
          </p:cNvPr>
          <p:cNvSpPr>
            <a:spLocks xmlns:a="http://schemas.openxmlformats.org/drawingml/2006/main" noGrp="1"/>
          </p:cNvSpPr>
          <p:nvPr/>
        </p:nvSpPr>
        <p:spPr>
          <a:xfrm xmlns:a="http://schemas.openxmlformats.org/drawingml/2006/main">
            <a:off x="304800" y="6191250"/>
            <a:ext cx="847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900" i="1">
                <a:solidFill>
                  <a:srgbClr val="666666"/>
                </a:solidFill>
                <a:latin typeface="微软雅黑"/>
                <a:ea typeface="微软雅黑"/>
                <a:cs typeface="微软雅黑"/>
              </a:defRPr>
            </a:pPr>
            <a:r>
              <a:rPr sz="900" i="1">
                <a:solidFill>
                  <a:srgbClr val="666666"/>
                </a:solidFill>
                <a:latin typeface="微软雅黑"/>
                <a:ea typeface="微软雅黑"/>
                <a:cs typeface="微软雅黑"/>
              </a:rPr>
              <a:t>注：† 为文献报告或转引结果；表格按原页面完整收录，分组分页展示。</a:t>
            </a:r>
          </a:p>
        </p:txBody>
      </p:sp>
    </p:spTree>
    <p:extLst>
      <p:ext uri="{BB962C8B-B14F-4D97-AF65-F5344CB8AC3E}">
        <p14:creationId xmlns:p14="http://schemas.microsoft.com/office/powerpoint/2010/main" val="199453352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8" name="图片 3"/>
          <p:cNvPicPr>
            <a:picLocks xmlns:a="http://schemas.openxmlformats.org/drawingml/2006/main" noChangeAspect="1"/>
          </p:cNvPicPr>
          <p:nvPr/>
        </p:nvPicPr>
        <p:blipFill>
          <a:blip xmlns:r="http://schemas.openxmlformats.org/officeDocument/2006/relationships" xmlns:a="http://schemas.openxmlformats.org/drawingml/2006/main" r:embed="Rdded2166b87c4f8a"/>
          <a:stretch xmlns:a="http://schemas.openxmlformats.org/drawingml/2006/main">
            <a:fillRect l="0" t="0" r="0" b="0"/>
          </a:stretch>
        </p:blipFill>
        <p:spPr>
          <a:xfrm xmlns:a="http://schemas.openxmlformats.org/drawingml/2006/main">
            <a:off x="8188960" y="45085"/>
            <a:ext cx="807720" cy="881380"/>
          </a:xfrm>
          <a:prstGeom xmlns:a="http://schemas.openxmlformats.org/drawingml/2006/main" prst="rect">
            <a:avLst/>
          </a:prstGeom>
        </p:spPr>
      </p:pic>
      <p:sp>
        <p:nvSpPr>
          <p:cNvPr id="22" name="矩形 21">
            <a:extLst xmlns:a="http://schemas.openxmlformats.org/drawingml/2006/main">
              <a:ext uri="{FF2B5EF4-FFF2-40B4-BE49-F238E27FC236}">
                <a16:creationId xmlns:a16="http://schemas.microsoft.com/office/drawing/2014/main" id="{38D630B2-254D-4862-AE77-02ECF34F73F3}"/>
              </a:ext>
            </a:extLst>
          </p:cNvPr>
          <p:cNvSpPr>
            <a:spLocks xmlns:a="http://schemas.openxmlformats.org/drawingml/2006/main" noGrp="1"/>
          </p:cNvSpPr>
          <p:nvPr/>
        </p:nvSpPr>
        <p:spPr>
          <a:xfrm xmlns:a="http://schemas.openxmlformats.org/drawingml/2006/main">
            <a:off x="251460" y="68580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1.2 UCM 对比实验（3/3）</a:t>
            </a:r>
          </a:p>
        </p:txBody>
      </p:sp>
      <p:sp>
        <p:nvSpPr>
          <p:cNvPr id="23" name="矩形 22">
            <a:extLst xmlns:a="http://schemas.openxmlformats.org/drawingml/2006/main">
              <a:ext uri="{FF2B5EF4-FFF2-40B4-BE49-F238E27FC236}">
                <a16:creationId xmlns:a16="http://schemas.microsoft.com/office/drawing/2014/main" id="{D59E7BEF-B68C-4545-834B-091817AE8FE4}"/>
              </a:ext>
            </a:extLst>
          </p:cNvPr>
          <p:cNvSpPr>
            <a:spLocks xmlns:a="http://schemas.openxmlformats.org/drawingml/2006/main" noGrp="1"/>
          </p:cNvSpPr>
          <p:nvPr/>
        </p:nvSpPr>
        <p:spPr>
          <a:xfrm xmlns:a="http://schemas.openxmlformats.org/drawingml/2006/main">
            <a:off x="0" y="1095375"/>
            <a:ext cx="7019925" cy="66675"/>
          </a:xfrm>
          <a:prstGeom xmlns:a="http://schemas.openxmlformats.org/drawingml/2006/main" prst="rect">
            <a:avLst/>
          </a:prstGeom>
          <a:solidFill xmlns:a="http://schemas.openxmlformats.org/drawingml/2006/main">
            <a:srgbClr val="0071C8"/>
          </a:solidFill>
          <a:ln xmlns:a="http://schemas.openxmlformats.org/drawingml/2006/main" w="0">
            <a:solidFill>
              <a:srgbClr val="0071C8"/>
            </a:solidFill>
          </a:ln>
        </p:spPr>
      </p:sp>
      <p:graphicFrame>
        <p:nvGraphicFramePr>
          <p:cNvPr id="31" name="表格 30"/>
          <p:cNvGraphicFramePr/>
          <p:nvPr/>
        </p:nvGraphicFramePr>
        <p:xfrm>
          <a:off xmlns:a="http://schemas.openxmlformats.org/drawingml/2006/main" x="285750" y="1362075"/>
          <a:ext xmlns:a="http://schemas.openxmlformats.org/drawingml/2006/main" cx="8572500" cy="2800350"/>
        </p:xfrm>
        <a:graphic xmlns:a="http://schemas.openxmlformats.org/drawingml/2006/main">
          <a:graphicData uri="http://schemas.openxmlformats.org/drawingml/2006/table">
            <a:tbl>
              <a:tblPr/>
              <a:tblGrid>
                <a:gridCol w="2143125"/>
                <a:gridCol w="647700"/>
                <a:gridCol w="590550"/>
                <a:gridCol w="647700"/>
                <a:gridCol w="647700"/>
                <a:gridCol w="590550"/>
                <a:gridCol w="647700"/>
                <a:gridCol w="685800"/>
                <a:gridCol w="1971675"/>
              </a:tblGrid>
              <a:tr h="381000">
                <a:tc>
                  <a:txBody>
                    <a:bodyPr/>
                    <a:lstStyle/>
                    <a:p>
                      <a:pPr algn="ctr">
                        <a:buNone/>
                      </a:pPr>
                      <a:r>
                        <a:rPr sz="938" b="1">
                          <a:solidFill>
                            <a:srgbClr val="FFFFFF"/>
                          </a:solidFill>
                          <a:latin typeface="微软雅黑"/>
                          <a:ea typeface="微软雅黑"/>
                          <a:cs typeface="微软雅黑"/>
                        </a:rPr>
                        <a:t>方法</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I2T R@1</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R@5</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R@10</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T2I R@1</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R@5</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R@10</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mR</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来源</a:t>
                      </a:r>
                    </a:p>
                  </a:txBody>
                  <a:tcPr marL="28575" marR="28575" marT="28575" marB="28575" anchor="ctr">
                    <a:solidFill>
                      <a:srgbClr val="0070C0"/>
                    </a:solidFill>
                  </a:tcPr>
                </a:tc>
              </a:tr>
              <a:tr h="400050">
                <a:tc>
                  <a:txBody>
                    <a:bodyPr/>
                    <a:lstStyle/>
                    <a:p>
                      <a:pPr algn="ctr">
                        <a:buNone/>
                      </a:pPr>
                      <a:r>
                        <a:rPr sz="900" b="1">
                          <a:solidFill>
                            <a:srgbClr val="23415F"/>
                          </a:solidFill>
                          <a:latin typeface="微软雅黑"/>
                          <a:ea typeface="微软雅黑"/>
                          <a:cs typeface="微软雅黑"/>
                        </a:rPr>
                        <a:t>③ Prompt 学习</a:t>
                      </a: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r>
              <a:tr h="400050">
                <a:tc>
                  <a:txBody>
                    <a:bodyPr/>
                    <a:lstStyle/>
                    <a:p>
                      <a:pPr algn="ctr">
                        <a:buNone/>
                      </a:pPr>
                      <a:r>
                        <a:rPr sz="863">
                          <a:solidFill>
                            <a:srgbClr val="333333"/>
                          </a:solidFill>
                          <a:latin typeface="微软雅黑"/>
                          <a:ea typeface="微软雅黑"/>
                          <a:cs typeface="微软雅黑"/>
                        </a:rPr>
                        <a:t>VPT（ViT-B/32 · ECCV 2022）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13.81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49.05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75.24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14.73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58.01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92.44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50.54 †</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CUP Table V · ECCV 2022</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MaPLE（ViT-B/32 · CVPR 2023）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13.97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49.68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75.24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12.21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52.80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84.81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48.12 †</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CUP Table V · CVPR 2023</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CUP（TNNLS 2025）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14.92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54.13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80.95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14.86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59.80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93.04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52.95 †</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原论文 · TNNLS 2025</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PDAR-RSITR（IJCAI 2026）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22.94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60.01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84.39</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19.56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63.62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95.61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57.69 †</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原论文 Table 1/2 · UCM · mR 为六项均值</a:t>
                      </a:r>
                    </a:p>
                  </a:txBody>
                  <a:tcPr marL="28575" marR="28575" marT="19050" marB="19050" anchor="ctr">
                    <a:solidFill>
                      <a:srgbClr val="FFFFFF"/>
                    </a:solidFill>
                  </a:tcPr>
                </a:tc>
              </a:tr>
              <a:tr h="400050">
                <a:tc>
                  <a:txBody>
                    <a:bodyPr/>
                    <a:lstStyle/>
                    <a:p>
                      <a:pPr algn="ctr">
                        <a:buNone/>
                      </a:pPr>
                      <a:r>
                        <a:rPr sz="863" b="1">
                          <a:solidFill>
                            <a:srgbClr val="005AA9"/>
                          </a:solidFill>
                          <a:latin typeface="微软雅黑"/>
                          <a:ea typeface="微软雅黑"/>
                          <a:cs typeface="微软雅黑"/>
                        </a:rPr>
                        <a:t>Ours（工具 + agent + GRPO 冷启动 · 2026）主方法</a:t>
                      </a:r>
                    </a:p>
                  </a:txBody>
                  <a:tcPr marL="28575" marR="28575" marT="19050" marB="19050" anchor="ctr">
                    <a:solidFill>
                      <a:srgbClr val="EAF4FB"/>
                    </a:solidFill>
                  </a:tcPr>
                </a:tc>
                <a:tc>
                  <a:txBody>
                    <a:bodyPr/>
                    <a:lstStyle/>
                    <a:p>
                      <a:pPr algn="ctr">
                        <a:buNone/>
                      </a:pPr>
                      <a:r>
                        <a:rPr sz="863" b="1">
                          <a:solidFill>
                            <a:srgbClr val="005AA9"/>
                          </a:solidFill>
                          <a:latin typeface="微软雅黑"/>
                          <a:ea typeface="微软雅黑"/>
                          <a:cs typeface="微软雅黑"/>
                        </a:rPr>
                        <a:t>20.00</a:t>
                      </a:r>
                    </a:p>
                  </a:txBody>
                  <a:tcPr marL="28575" marR="28575" marT="19050" marB="19050" anchor="ctr">
                    <a:solidFill>
                      <a:srgbClr val="EAF4FB"/>
                    </a:solidFill>
                  </a:tcPr>
                </a:tc>
                <a:tc>
                  <a:txBody>
                    <a:bodyPr/>
                    <a:lstStyle/>
                    <a:p>
                      <a:pPr algn="ctr">
                        <a:buNone/>
                      </a:pPr>
                      <a:r>
                        <a:rPr sz="863" b="1">
                          <a:solidFill>
                            <a:srgbClr val="005AA9"/>
                          </a:solidFill>
                          <a:latin typeface="微软雅黑"/>
                          <a:ea typeface="微软雅黑"/>
                          <a:cs typeface="微软雅黑"/>
                        </a:rPr>
                        <a:t>64.29</a:t>
                      </a:r>
                    </a:p>
                  </a:txBody>
                  <a:tcPr marL="28575" marR="28575" marT="19050" marB="19050" anchor="ctr">
                    <a:solidFill>
                      <a:srgbClr val="EAF4FB"/>
                    </a:solidFill>
                  </a:tcPr>
                </a:tc>
                <a:tc>
                  <a:txBody>
                    <a:bodyPr/>
                    <a:lstStyle/>
                    <a:p>
                      <a:pPr algn="ctr">
                        <a:buNone/>
                      </a:pPr>
                      <a:r>
                        <a:rPr sz="863" b="1">
                          <a:solidFill>
                            <a:srgbClr val="005AA9"/>
                          </a:solidFill>
                          <a:latin typeface="微软雅黑"/>
                          <a:ea typeface="微软雅黑"/>
                          <a:cs typeface="微软雅黑"/>
                        </a:rPr>
                        <a:t>88.10</a:t>
                      </a:r>
                    </a:p>
                  </a:txBody>
                  <a:tcPr marL="28575" marR="28575" marT="19050" marB="19050" anchor="ctr">
                    <a:solidFill>
                      <a:srgbClr val="EAF4FB"/>
                    </a:solidFill>
                  </a:tcPr>
                </a:tc>
                <a:tc>
                  <a:txBody>
                    <a:bodyPr/>
                    <a:lstStyle/>
                    <a:p>
                      <a:pPr algn="ctr">
                        <a:buNone/>
                      </a:pPr>
                      <a:r>
                        <a:rPr sz="863" b="1">
                          <a:solidFill>
                            <a:srgbClr val="005AA9"/>
                          </a:solidFill>
                          <a:latin typeface="微软雅黑"/>
                          <a:ea typeface="微软雅黑"/>
                          <a:cs typeface="微软雅黑"/>
                        </a:rPr>
                        <a:t>17.91</a:t>
                      </a:r>
                    </a:p>
                  </a:txBody>
                  <a:tcPr marL="28575" marR="28575" marT="19050" marB="19050" anchor="ctr">
                    <a:solidFill>
                      <a:srgbClr val="EAF4FB"/>
                    </a:solidFill>
                  </a:tcPr>
                </a:tc>
                <a:tc>
                  <a:txBody>
                    <a:bodyPr/>
                    <a:lstStyle/>
                    <a:p>
                      <a:pPr algn="ctr">
                        <a:buNone/>
                      </a:pPr>
                      <a:r>
                        <a:rPr sz="863" b="1">
                          <a:solidFill>
                            <a:srgbClr val="005AA9"/>
                          </a:solidFill>
                          <a:latin typeface="微软雅黑"/>
                          <a:ea typeface="微软雅黑"/>
                          <a:cs typeface="微软雅黑"/>
                        </a:rPr>
                        <a:t>63.98</a:t>
                      </a:r>
                    </a:p>
                  </a:txBody>
                  <a:tcPr marL="28575" marR="28575" marT="19050" marB="19050" anchor="ctr">
                    <a:solidFill>
                      <a:srgbClr val="EAF4FB"/>
                    </a:solidFill>
                  </a:tcPr>
                </a:tc>
                <a:tc>
                  <a:txBody>
                    <a:bodyPr/>
                    <a:lstStyle/>
                    <a:p>
                      <a:pPr algn="ctr">
                        <a:buNone/>
                      </a:pPr>
                      <a:r>
                        <a:rPr sz="863" b="1">
                          <a:solidFill>
                            <a:srgbClr val="005AA9"/>
                          </a:solidFill>
                          <a:latin typeface="微软雅黑"/>
                          <a:ea typeface="微软雅黑"/>
                          <a:cs typeface="微软雅黑"/>
                        </a:rPr>
                        <a:t>97.01</a:t>
                      </a:r>
                    </a:p>
                  </a:txBody>
                  <a:tcPr marL="28575" marR="28575" marT="19050" marB="19050" anchor="ctr">
                    <a:solidFill>
                      <a:srgbClr val="EAF4FB"/>
                    </a:solidFill>
                  </a:tcPr>
                </a:tc>
                <a:tc>
                  <a:txBody>
                    <a:bodyPr/>
                    <a:lstStyle/>
                    <a:p>
                      <a:pPr algn="ctr">
                        <a:buNone/>
                      </a:pPr>
                      <a:r>
                        <a:rPr sz="863" b="1">
                          <a:solidFill>
                            <a:srgbClr val="005AA9"/>
                          </a:solidFill>
                          <a:latin typeface="微软雅黑"/>
                          <a:ea typeface="微软雅黑"/>
                          <a:cs typeface="微软雅黑"/>
                        </a:rPr>
                        <a:t>58.55</a:t>
                      </a:r>
                    </a:p>
                  </a:txBody>
                  <a:tcPr marL="28575" marR="28575" marT="19050" marB="19050" anchor="ctr">
                    <a:solidFill>
                      <a:srgbClr val="EAF4FB"/>
                    </a:solidFill>
                  </a:tcPr>
                </a:tc>
                <a:tc>
                  <a:txBody>
                    <a:bodyPr/>
                    <a:lstStyle/>
                    <a:p>
                      <a:pPr algn="ctr">
                        <a:buNone/>
                      </a:pPr>
                      <a:r>
                        <a:rPr sz="863" b="1">
                          <a:solidFill>
                            <a:srgbClr val="005AA9"/>
                          </a:solidFill>
                          <a:latin typeface="微软雅黑"/>
                          <a:ea typeface="微软雅黑"/>
                          <a:cs typeface="微软雅黑"/>
                        </a:rPr>
                        <a:t>本机 · 2026</a:t>
                      </a:r>
                    </a:p>
                  </a:txBody>
                  <a:tcPr marL="28575" marR="28575" marT="19050" marB="19050" anchor="ctr">
                    <a:solidFill>
                      <a:srgbClr val="EAF4FB"/>
                    </a:solidFill>
                  </a:tcPr>
                </a:tc>
              </a:tr>
            </a:tbl>
          </a:graphicData>
        </a:graphic>
      </p:graphicFrame>
      <p:sp>
        <p:nvSpPr>
          <p:cNvPr id="25" name="矩形 24">
            <a:extLst xmlns:a="http://schemas.openxmlformats.org/drawingml/2006/main">
              <a:ext uri="{FF2B5EF4-FFF2-40B4-BE49-F238E27FC236}">
                <a16:creationId xmlns:a16="http://schemas.microsoft.com/office/drawing/2014/main" id="{BD1B2483-340B-442D-901E-494F3570FCA8}"/>
              </a:ext>
            </a:extLst>
          </p:cNvPr>
          <p:cNvSpPr>
            <a:spLocks xmlns:a="http://schemas.openxmlformats.org/drawingml/2006/main" noGrp="1"/>
          </p:cNvSpPr>
          <p:nvPr/>
        </p:nvSpPr>
        <p:spPr>
          <a:xfrm xmlns:a="http://schemas.openxmlformats.org/drawingml/2006/main">
            <a:off x="304800" y="6191250"/>
            <a:ext cx="847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900" i="1">
                <a:solidFill>
                  <a:srgbClr val="666666"/>
                </a:solidFill>
                <a:latin typeface="微软雅黑"/>
                <a:ea typeface="微软雅黑"/>
                <a:cs typeface="微软雅黑"/>
              </a:defRPr>
            </a:pPr>
            <a:r>
              <a:rPr sz="900" i="1">
                <a:solidFill>
                  <a:srgbClr val="666666"/>
                </a:solidFill>
                <a:latin typeface="微软雅黑"/>
                <a:ea typeface="微软雅黑"/>
                <a:cs typeface="微软雅黑"/>
              </a:rPr>
              <a:t>注：† 为文献报告或转引结果；表格按原页面完整收录，分组分页展示。</a:t>
            </a:r>
          </a:p>
        </p:txBody>
      </p:sp>
    </p:spTree>
    <p:extLst>
      <p:ext uri="{BB962C8B-B14F-4D97-AF65-F5344CB8AC3E}">
        <p14:creationId xmlns:p14="http://schemas.microsoft.com/office/powerpoint/2010/main" val="199453352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8" name="图片 3"/>
          <p:cNvPicPr>
            <a:picLocks xmlns:a="http://schemas.openxmlformats.org/drawingml/2006/main" noChangeAspect="1"/>
          </p:cNvPicPr>
          <p:nvPr/>
        </p:nvPicPr>
        <p:blipFill>
          <a:blip xmlns:r="http://schemas.openxmlformats.org/officeDocument/2006/relationships" xmlns:a="http://schemas.openxmlformats.org/drawingml/2006/main" r:embed="R58a06681a3c34819"/>
          <a:stretch xmlns:a="http://schemas.openxmlformats.org/drawingml/2006/main">
            <a:fillRect l="0" t="0" r="0" b="0"/>
          </a:stretch>
        </p:blipFill>
        <p:spPr>
          <a:xfrm xmlns:a="http://schemas.openxmlformats.org/drawingml/2006/main">
            <a:off x="8188960" y="45085"/>
            <a:ext cx="807720" cy="881380"/>
          </a:xfrm>
          <a:prstGeom xmlns:a="http://schemas.openxmlformats.org/drawingml/2006/main" prst="rect">
            <a:avLst/>
          </a:prstGeom>
        </p:spPr>
      </p:pic>
      <p:sp>
        <p:nvSpPr>
          <p:cNvPr id="22" name="矩形 21">
            <a:extLst xmlns:a="http://schemas.openxmlformats.org/drawingml/2006/main">
              <a:ext uri="{FF2B5EF4-FFF2-40B4-BE49-F238E27FC236}">
                <a16:creationId xmlns:a16="http://schemas.microsoft.com/office/drawing/2014/main" id="{BB1F7DF0-21D8-4583-9FC1-5043A85453C1}"/>
              </a:ext>
            </a:extLst>
          </p:cNvPr>
          <p:cNvSpPr>
            <a:spLocks xmlns:a="http://schemas.openxmlformats.org/drawingml/2006/main" noGrp="1"/>
          </p:cNvSpPr>
          <p:nvPr/>
        </p:nvSpPr>
        <p:spPr>
          <a:xfrm xmlns:a="http://schemas.openxmlformats.org/drawingml/2006/main">
            <a:off x="251460" y="68580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1.3 RSICD 对比实验（1/3）</a:t>
            </a:r>
          </a:p>
        </p:txBody>
      </p:sp>
      <p:sp>
        <p:nvSpPr>
          <p:cNvPr id="23" name="矩形 22">
            <a:extLst xmlns:a="http://schemas.openxmlformats.org/drawingml/2006/main">
              <a:ext uri="{FF2B5EF4-FFF2-40B4-BE49-F238E27FC236}">
                <a16:creationId xmlns:a16="http://schemas.microsoft.com/office/drawing/2014/main" id="{A4A8C777-A189-4CBA-B19D-C39D65946C97}"/>
              </a:ext>
            </a:extLst>
          </p:cNvPr>
          <p:cNvSpPr>
            <a:spLocks xmlns:a="http://schemas.openxmlformats.org/drawingml/2006/main" noGrp="1"/>
          </p:cNvSpPr>
          <p:nvPr/>
        </p:nvSpPr>
        <p:spPr>
          <a:xfrm xmlns:a="http://schemas.openxmlformats.org/drawingml/2006/main">
            <a:off x="0" y="1095375"/>
            <a:ext cx="7019925" cy="66675"/>
          </a:xfrm>
          <a:prstGeom xmlns:a="http://schemas.openxmlformats.org/drawingml/2006/main" prst="rect">
            <a:avLst/>
          </a:prstGeom>
          <a:solidFill xmlns:a="http://schemas.openxmlformats.org/drawingml/2006/main">
            <a:srgbClr val="0071C8"/>
          </a:solidFill>
          <a:ln xmlns:a="http://schemas.openxmlformats.org/drawingml/2006/main" w="0">
            <a:solidFill>
              <a:srgbClr val="0071C8"/>
            </a:solidFill>
          </a:ln>
        </p:spPr>
      </p:sp>
      <p:graphicFrame>
        <p:nvGraphicFramePr>
          <p:cNvPr id="31" name="表格 30"/>
          <p:cNvGraphicFramePr/>
          <p:nvPr/>
        </p:nvGraphicFramePr>
        <p:xfrm>
          <a:off xmlns:a="http://schemas.openxmlformats.org/drawingml/2006/main" x="285750" y="1362075"/>
          <a:ext xmlns:a="http://schemas.openxmlformats.org/drawingml/2006/main" cx="8572500" cy="3581400"/>
        </p:xfrm>
        <a:graphic xmlns:a="http://schemas.openxmlformats.org/drawingml/2006/main">
          <a:graphicData uri="http://schemas.openxmlformats.org/drawingml/2006/table">
            <a:tbl>
              <a:tblPr/>
              <a:tblGrid>
                <a:gridCol w="2143125"/>
                <a:gridCol w="647700"/>
                <a:gridCol w="590550"/>
                <a:gridCol w="647700"/>
                <a:gridCol w="647700"/>
                <a:gridCol w="590550"/>
                <a:gridCol w="647700"/>
                <a:gridCol w="685800"/>
                <a:gridCol w="1971675"/>
              </a:tblGrid>
              <a:tr h="381000">
                <a:tc>
                  <a:txBody>
                    <a:bodyPr/>
                    <a:lstStyle/>
                    <a:p>
                      <a:pPr algn="ctr">
                        <a:buNone/>
                      </a:pPr>
                      <a:r>
                        <a:rPr sz="938" b="1">
                          <a:solidFill>
                            <a:srgbClr val="FFFFFF"/>
                          </a:solidFill>
                          <a:latin typeface="微软雅黑"/>
                          <a:ea typeface="微软雅黑"/>
                          <a:cs typeface="微软雅黑"/>
                        </a:rPr>
                        <a:t>方法</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I2T R@1</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R@5</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R@10</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T2I R@1</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R@5</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R@10</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mR</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来源</a:t>
                      </a:r>
                    </a:p>
                  </a:txBody>
                  <a:tcPr marL="28575" marR="28575" marT="28575" marB="28575" anchor="ctr">
                    <a:solidFill>
                      <a:srgbClr val="0070C0"/>
                    </a:solidFill>
                  </a:tcPr>
                </a:tc>
              </a:tr>
              <a:tr h="400050">
                <a:tc>
                  <a:txBody>
                    <a:bodyPr/>
                    <a:lstStyle/>
                    <a:p>
                      <a:pPr algn="ctr">
                        <a:buNone/>
                      </a:pPr>
                      <a:r>
                        <a:rPr sz="900" b="1">
                          <a:solidFill>
                            <a:srgbClr val="23415F"/>
                          </a:solidFill>
                          <a:latin typeface="微软雅黑"/>
                          <a:ea typeface="微软雅黑"/>
                          <a:cs typeface="微软雅黑"/>
                        </a:rPr>
                        <a:t>① 非 CLIP 系（跨模态检索方法）</a:t>
                      </a: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r>
              <a:tr h="400050">
                <a:tc>
                  <a:txBody>
                    <a:bodyPr/>
                    <a:lstStyle/>
                    <a:p>
                      <a:pPr algn="ctr">
                        <a:buNone/>
                      </a:pPr>
                      <a:r>
                        <a:rPr sz="863">
                          <a:solidFill>
                            <a:srgbClr val="333333"/>
                          </a:solidFill>
                          <a:latin typeface="微软雅黑"/>
                          <a:ea typeface="微软雅黑"/>
                          <a:cs typeface="微软雅黑"/>
                        </a:rPr>
                        <a:t>LW-MCR-b（TGRS 2022）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4.57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13.71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20.11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4.02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16.47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28.23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14.52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CUP Table IV · TGRS 2022</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LW-MCR-d（TGRS 2022）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3.29</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12.52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19.93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4.66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17.51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30.02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14.66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CUP Table IV · TGRS 2022</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LW-MCR-u（TGRS 2022）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4.39</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13.35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20.29</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4.30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18.85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32.34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15.59</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CUP Table IV · TGRS 2022</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GaLR w/o MR（TGRS 2022）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6.50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18.91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29.70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5.11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19.57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31.92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18.62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CUP Table IV · TGRS 2022（T2I R@1 经 PE-RSITR 表核对）</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GaLR with MR（TGRS 2022）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6.59</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19.85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31.04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4.69</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19.48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32.13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18.96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CUP Table IV · TGRS 2022</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PIR（ACM MM 2023）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9.88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27.26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39.16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6.97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24.56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38.92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24.46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EAPA Table 1 · ACM MM 2023</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DOVE（TGRS 2024）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8.66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22.35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34.95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6.04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23.95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40.35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22.72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EAPA Table 1 · TGRS 2024</a:t>
                      </a:r>
                    </a:p>
                  </a:txBody>
                  <a:tcPr marL="28575" marR="28575" marT="19050" marB="19050" anchor="ctr">
                    <a:solidFill>
                      <a:srgbClr val="FFFFFF"/>
                    </a:solidFill>
                  </a:tcPr>
                </a:tc>
              </a:tr>
            </a:tbl>
          </a:graphicData>
        </a:graphic>
      </p:graphicFrame>
      <p:sp>
        <p:nvSpPr>
          <p:cNvPr id="25" name="矩形 24">
            <a:extLst xmlns:a="http://schemas.openxmlformats.org/drawingml/2006/main">
              <a:ext uri="{FF2B5EF4-FFF2-40B4-BE49-F238E27FC236}">
                <a16:creationId xmlns:a16="http://schemas.microsoft.com/office/drawing/2014/main" id="{8C997E96-E02B-41AB-A943-67D47806B152}"/>
              </a:ext>
            </a:extLst>
          </p:cNvPr>
          <p:cNvSpPr>
            <a:spLocks xmlns:a="http://schemas.openxmlformats.org/drawingml/2006/main" noGrp="1"/>
          </p:cNvSpPr>
          <p:nvPr/>
        </p:nvSpPr>
        <p:spPr>
          <a:xfrm xmlns:a="http://schemas.openxmlformats.org/drawingml/2006/main">
            <a:off x="304800" y="6191250"/>
            <a:ext cx="847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900" i="1">
                <a:solidFill>
                  <a:srgbClr val="666666"/>
                </a:solidFill>
                <a:latin typeface="微软雅黑"/>
                <a:ea typeface="微软雅黑"/>
                <a:cs typeface="微软雅黑"/>
              </a:defRPr>
            </a:pPr>
            <a:r>
              <a:rPr sz="900" i="1">
                <a:solidFill>
                  <a:srgbClr val="666666"/>
                </a:solidFill>
                <a:latin typeface="微软雅黑"/>
                <a:ea typeface="微软雅黑"/>
                <a:cs typeface="微软雅黑"/>
              </a:rPr>
              <a:t>注：† 为文献报告或转引结果；表格按原页面完整收录，分组分页展示。</a:t>
            </a:r>
          </a:p>
        </p:txBody>
      </p:sp>
    </p:spTree>
    <p:extLst>
      <p:ext uri="{BB962C8B-B14F-4D97-AF65-F5344CB8AC3E}">
        <p14:creationId xmlns:p14="http://schemas.microsoft.com/office/powerpoint/2010/main" val="199453352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8" name="图片 3"/>
          <p:cNvPicPr>
            <a:picLocks xmlns:a="http://schemas.openxmlformats.org/drawingml/2006/main" noChangeAspect="1"/>
          </p:cNvPicPr>
          <p:nvPr/>
        </p:nvPicPr>
        <p:blipFill>
          <a:blip xmlns:r="http://schemas.openxmlformats.org/officeDocument/2006/relationships" xmlns:a="http://schemas.openxmlformats.org/drawingml/2006/main" r:embed="R33d49c39fd60496c"/>
          <a:stretch xmlns:a="http://schemas.openxmlformats.org/drawingml/2006/main">
            <a:fillRect l="0" t="0" r="0" b="0"/>
          </a:stretch>
        </p:blipFill>
        <p:spPr>
          <a:xfrm xmlns:a="http://schemas.openxmlformats.org/drawingml/2006/main">
            <a:off x="8188960" y="45085"/>
            <a:ext cx="807720" cy="881380"/>
          </a:xfrm>
          <a:prstGeom xmlns:a="http://schemas.openxmlformats.org/drawingml/2006/main" prst="rect">
            <a:avLst/>
          </a:prstGeom>
        </p:spPr>
      </p:pic>
      <p:sp>
        <p:nvSpPr>
          <p:cNvPr id="22" name="矩形 21">
            <a:extLst xmlns:a="http://schemas.openxmlformats.org/drawingml/2006/main">
              <a:ext uri="{FF2B5EF4-FFF2-40B4-BE49-F238E27FC236}">
                <a16:creationId xmlns:a16="http://schemas.microsoft.com/office/drawing/2014/main" id="{B9B88EDC-13D1-4606-A28C-33CDFEBCB6EF}"/>
              </a:ext>
            </a:extLst>
          </p:cNvPr>
          <p:cNvSpPr>
            <a:spLocks xmlns:a="http://schemas.openxmlformats.org/drawingml/2006/main" noGrp="1"/>
          </p:cNvSpPr>
          <p:nvPr/>
        </p:nvSpPr>
        <p:spPr>
          <a:xfrm xmlns:a="http://schemas.openxmlformats.org/drawingml/2006/main">
            <a:off x="251460" y="68580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1.3 RSICD 对比实验（2/3）</a:t>
            </a:r>
          </a:p>
        </p:txBody>
      </p:sp>
      <p:sp>
        <p:nvSpPr>
          <p:cNvPr id="23" name="矩形 22">
            <a:extLst xmlns:a="http://schemas.openxmlformats.org/drawingml/2006/main">
              <a:ext uri="{FF2B5EF4-FFF2-40B4-BE49-F238E27FC236}">
                <a16:creationId xmlns:a16="http://schemas.microsoft.com/office/drawing/2014/main" id="{7B775C4E-30E8-41AD-97ED-D437E9FF3EC7}"/>
              </a:ext>
            </a:extLst>
          </p:cNvPr>
          <p:cNvSpPr>
            <a:spLocks xmlns:a="http://schemas.openxmlformats.org/drawingml/2006/main" noGrp="1"/>
          </p:cNvSpPr>
          <p:nvPr/>
        </p:nvSpPr>
        <p:spPr>
          <a:xfrm xmlns:a="http://schemas.openxmlformats.org/drawingml/2006/main">
            <a:off x="0" y="1095375"/>
            <a:ext cx="7019925" cy="66675"/>
          </a:xfrm>
          <a:prstGeom xmlns:a="http://schemas.openxmlformats.org/drawingml/2006/main" prst="rect">
            <a:avLst/>
          </a:prstGeom>
          <a:solidFill xmlns:a="http://schemas.openxmlformats.org/drawingml/2006/main">
            <a:srgbClr val="0071C8"/>
          </a:solidFill>
          <a:ln xmlns:a="http://schemas.openxmlformats.org/drawingml/2006/main" w="0">
            <a:solidFill>
              <a:srgbClr val="0071C8"/>
            </a:solidFill>
          </a:ln>
        </p:spPr>
      </p:sp>
      <p:graphicFrame>
        <p:nvGraphicFramePr>
          <p:cNvPr id="31" name="表格 30"/>
          <p:cNvGraphicFramePr/>
          <p:nvPr/>
        </p:nvGraphicFramePr>
        <p:xfrm>
          <a:off xmlns:a="http://schemas.openxmlformats.org/drawingml/2006/main" x="285750" y="1362075"/>
          <a:ext xmlns:a="http://schemas.openxmlformats.org/drawingml/2006/main" cx="8572500" cy="2800350"/>
        </p:xfrm>
        <a:graphic xmlns:a="http://schemas.openxmlformats.org/drawingml/2006/main">
          <a:graphicData uri="http://schemas.openxmlformats.org/drawingml/2006/table">
            <a:tbl>
              <a:tblPr/>
              <a:tblGrid>
                <a:gridCol w="2143125"/>
                <a:gridCol w="647700"/>
                <a:gridCol w="590550"/>
                <a:gridCol w="647700"/>
                <a:gridCol w="647700"/>
                <a:gridCol w="590550"/>
                <a:gridCol w="647700"/>
                <a:gridCol w="685800"/>
                <a:gridCol w="1971675"/>
              </a:tblGrid>
              <a:tr h="381000">
                <a:tc>
                  <a:txBody>
                    <a:bodyPr/>
                    <a:lstStyle/>
                    <a:p>
                      <a:pPr algn="ctr">
                        <a:buNone/>
                      </a:pPr>
                      <a:r>
                        <a:rPr sz="938" b="1">
                          <a:solidFill>
                            <a:srgbClr val="FFFFFF"/>
                          </a:solidFill>
                          <a:latin typeface="微软雅黑"/>
                          <a:ea typeface="微软雅黑"/>
                          <a:cs typeface="微软雅黑"/>
                        </a:rPr>
                        <a:t>方法</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I2T R@1</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R@5</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R@10</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T2I R@1</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R@5</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R@10</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mR</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来源</a:t>
                      </a:r>
                    </a:p>
                  </a:txBody>
                  <a:tcPr marL="28575" marR="28575" marT="28575" marB="28575" anchor="ctr">
                    <a:solidFill>
                      <a:srgbClr val="0070C0"/>
                    </a:solidFill>
                  </a:tcPr>
                </a:tc>
              </a:tr>
              <a:tr h="400050">
                <a:tc>
                  <a:txBody>
                    <a:bodyPr/>
                    <a:lstStyle/>
                    <a:p>
                      <a:pPr algn="ctr">
                        <a:buNone/>
                      </a:pPr>
                      <a:r>
                        <a:rPr sz="900" b="1">
                          <a:solidFill>
                            <a:srgbClr val="23415F"/>
                          </a:solidFill>
                          <a:latin typeface="微软雅黑"/>
                          <a:ea typeface="微软雅黑"/>
                          <a:cs typeface="微软雅黑"/>
                        </a:rPr>
                        <a:t>② CLIP 系（基线 / 微调 / 2025-2026 最新）</a:t>
                      </a: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r>
              <a:tr h="400050">
                <a:tc>
                  <a:txBody>
                    <a:bodyPr/>
                    <a:lstStyle/>
                    <a:p>
                      <a:pPr algn="ctr">
                        <a:buNone/>
                      </a:pPr>
                      <a:r>
                        <a:rPr sz="863">
                          <a:solidFill>
                            <a:srgbClr val="333333"/>
                          </a:solidFill>
                          <a:latin typeface="微软雅黑"/>
                          <a:ea typeface="微软雅黑"/>
                          <a:cs typeface="微软雅黑"/>
                        </a:rPr>
                        <a:t>CLIP 零样本（ICML 2021）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6.68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21.50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33.76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5.50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19.43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30.17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19.51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本机 · ICML 2021</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CLIP 线性探测（ICML 2021）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9.33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31.75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45.11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7.46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24.92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38.77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26.22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本机 · ICML 2021</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GLISA（TGRS 2024）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19.52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40.44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52.28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14.75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39.50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55.46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36.99</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EAPA Table 1 · TGRS 2024</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IERR（TGRS 2024）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17.29</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35.41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48.58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13.07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35.32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51.31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33.50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EAPA Table 1 · TGRS 2024</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HarMA（ICLR-W 2024）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16.36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34.48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47.74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12.92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37.17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53.07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33.62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EAPA Table 1 · ICLR-W 2024</a:t>
                      </a:r>
                    </a:p>
                  </a:txBody>
                  <a:tcPr marL="28575" marR="28575" marT="19050" marB="19050" anchor="ctr">
                    <a:solidFill>
                      <a:srgbClr val="FFFFFF"/>
                    </a:solidFill>
                  </a:tcPr>
                </a:tc>
              </a:tr>
            </a:tbl>
          </a:graphicData>
        </a:graphic>
      </p:graphicFrame>
      <p:sp>
        <p:nvSpPr>
          <p:cNvPr id="25" name="矩形 24">
            <a:extLst xmlns:a="http://schemas.openxmlformats.org/drawingml/2006/main">
              <a:ext uri="{FF2B5EF4-FFF2-40B4-BE49-F238E27FC236}">
                <a16:creationId xmlns:a16="http://schemas.microsoft.com/office/drawing/2014/main" id="{9E8E1874-9BF6-4623-A6A5-0C213467A2BB}"/>
              </a:ext>
            </a:extLst>
          </p:cNvPr>
          <p:cNvSpPr>
            <a:spLocks xmlns:a="http://schemas.openxmlformats.org/drawingml/2006/main" noGrp="1"/>
          </p:cNvSpPr>
          <p:nvPr/>
        </p:nvSpPr>
        <p:spPr>
          <a:xfrm xmlns:a="http://schemas.openxmlformats.org/drawingml/2006/main">
            <a:off x="304800" y="6191250"/>
            <a:ext cx="847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900" i="1">
                <a:solidFill>
                  <a:srgbClr val="666666"/>
                </a:solidFill>
                <a:latin typeface="微软雅黑"/>
                <a:ea typeface="微软雅黑"/>
                <a:cs typeface="微软雅黑"/>
              </a:defRPr>
            </a:pPr>
            <a:r>
              <a:rPr sz="900" i="1">
                <a:solidFill>
                  <a:srgbClr val="666666"/>
                </a:solidFill>
                <a:latin typeface="微软雅黑"/>
                <a:ea typeface="微软雅黑"/>
                <a:cs typeface="微软雅黑"/>
              </a:rPr>
              <a:t>注：† 为文献报告或转引结果；表格按原页面完整收录，分组分页展示。</a:t>
            </a:r>
          </a:p>
        </p:txBody>
      </p:sp>
    </p:spTree>
    <p:extLst>
      <p:ext uri="{BB962C8B-B14F-4D97-AF65-F5344CB8AC3E}">
        <p14:creationId xmlns:p14="http://schemas.microsoft.com/office/powerpoint/2010/main" val="199453352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28" name="图片 3"/>
          <p:cNvPicPr>
            <a:picLocks xmlns:a="http://schemas.openxmlformats.org/drawingml/2006/main" noChangeAspect="1"/>
          </p:cNvPicPr>
          <p:nvPr/>
        </p:nvPicPr>
        <p:blipFill>
          <a:blip xmlns:r="http://schemas.openxmlformats.org/officeDocument/2006/relationships" xmlns:a="http://schemas.openxmlformats.org/drawingml/2006/main" r:embed="R629da5c5d14945a1"/>
          <a:stretch xmlns:a="http://schemas.openxmlformats.org/drawingml/2006/main">
            <a:fillRect l="0" t="0" r="0" b="0"/>
          </a:stretch>
        </p:blipFill>
        <p:spPr>
          <a:xfrm xmlns:a="http://schemas.openxmlformats.org/drawingml/2006/main">
            <a:off x="8188960" y="45085"/>
            <a:ext cx="807720" cy="881380"/>
          </a:xfrm>
          <a:prstGeom xmlns:a="http://schemas.openxmlformats.org/drawingml/2006/main" prst="rect">
            <a:avLst/>
          </a:prstGeom>
        </p:spPr>
      </p:pic>
      <p:sp>
        <p:nvSpPr>
          <p:cNvPr id="22" name="矩形 21">
            <a:extLst xmlns:a="http://schemas.openxmlformats.org/drawingml/2006/main">
              <a:ext uri="{FF2B5EF4-FFF2-40B4-BE49-F238E27FC236}">
                <a16:creationId xmlns:a16="http://schemas.microsoft.com/office/drawing/2014/main" id="{A24CA4C2-CC9D-4DDE-BE28-07F3ACED200E}"/>
              </a:ext>
            </a:extLst>
          </p:cNvPr>
          <p:cNvSpPr>
            <a:spLocks xmlns:a="http://schemas.openxmlformats.org/drawingml/2006/main" noGrp="1"/>
          </p:cNvSpPr>
          <p:nvPr/>
        </p:nvSpPr>
        <p:spPr>
          <a:xfrm xmlns:a="http://schemas.openxmlformats.org/drawingml/2006/main">
            <a:off x="251460" y="68580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1.3 RSICD 对比实验（3/3）</a:t>
            </a:r>
          </a:p>
        </p:txBody>
      </p:sp>
      <p:sp>
        <p:nvSpPr>
          <p:cNvPr id="23" name="矩形 22">
            <a:extLst xmlns:a="http://schemas.openxmlformats.org/drawingml/2006/main">
              <a:ext uri="{FF2B5EF4-FFF2-40B4-BE49-F238E27FC236}">
                <a16:creationId xmlns:a16="http://schemas.microsoft.com/office/drawing/2014/main" id="{5B324CB6-B5DD-4214-A1F9-A9B989291580}"/>
              </a:ext>
            </a:extLst>
          </p:cNvPr>
          <p:cNvSpPr>
            <a:spLocks xmlns:a="http://schemas.openxmlformats.org/drawingml/2006/main" noGrp="1"/>
          </p:cNvSpPr>
          <p:nvPr/>
        </p:nvSpPr>
        <p:spPr>
          <a:xfrm xmlns:a="http://schemas.openxmlformats.org/drawingml/2006/main">
            <a:off x="0" y="1095375"/>
            <a:ext cx="7019925" cy="66675"/>
          </a:xfrm>
          <a:prstGeom xmlns:a="http://schemas.openxmlformats.org/drawingml/2006/main" prst="rect">
            <a:avLst/>
          </a:prstGeom>
          <a:solidFill xmlns:a="http://schemas.openxmlformats.org/drawingml/2006/main">
            <a:srgbClr val="0071C8"/>
          </a:solidFill>
          <a:ln xmlns:a="http://schemas.openxmlformats.org/drawingml/2006/main" w="0">
            <a:solidFill>
              <a:srgbClr val="0071C8"/>
            </a:solidFill>
          </a:ln>
        </p:spPr>
      </p:sp>
      <p:graphicFrame>
        <p:nvGraphicFramePr>
          <p:cNvPr id="31" name="表格 30"/>
          <p:cNvGraphicFramePr/>
          <p:nvPr/>
        </p:nvGraphicFramePr>
        <p:xfrm>
          <a:off xmlns:a="http://schemas.openxmlformats.org/drawingml/2006/main" x="285750" y="1362075"/>
          <a:ext xmlns:a="http://schemas.openxmlformats.org/drawingml/2006/main" cx="8572500" cy="4400550"/>
        </p:xfrm>
        <a:graphic xmlns:a="http://schemas.openxmlformats.org/drawingml/2006/main">
          <a:graphicData uri="http://schemas.openxmlformats.org/drawingml/2006/table">
            <a:tbl>
              <a:tblPr/>
              <a:tblGrid>
                <a:gridCol w="2143125"/>
                <a:gridCol w="647700"/>
                <a:gridCol w="590550"/>
                <a:gridCol w="647700"/>
                <a:gridCol w="647700"/>
                <a:gridCol w="590550"/>
                <a:gridCol w="647700"/>
                <a:gridCol w="685800"/>
                <a:gridCol w="1971675"/>
              </a:tblGrid>
              <a:tr h="381000">
                <a:tc>
                  <a:txBody>
                    <a:bodyPr/>
                    <a:lstStyle/>
                    <a:p>
                      <a:pPr algn="ctr">
                        <a:buNone/>
                      </a:pPr>
                      <a:r>
                        <a:rPr sz="938" b="1">
                          <a:solidFill>
                            <a:srgbClr val="FFFFFF"/>
                          </a:solidFill>
                          <a:latin typeface="微软雅黑"/>
                          <a:ea typeface="微软雅黑"/>
                          <a:cs typeface="微软雅黑"/>
                        </a:rPr>
                        <a:t>方法</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I2T R@1</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R@5</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R@10</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T2I R@1</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R@5</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R@10</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mR</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来源</a:t>
                      </a:r>
                    </a:p>
                  </a:txBody>
                  <a:tcPr marL="28575" marR="28575" marT="28575" marB="28575" anchor="ctr">
                    <a:solidFill>
                      <a:srgbClr val="0070C0"/>
                    </a:solidFill>
                  </a:tcPr>
                </a:tc>
              </a:tr>
              <a:tr h="400050">
                <a:tc>
                  <a:txBody>
                    <a:bodyPr/>
                    <a:lstStyle/>
                    <a:p>
                      <a:pPr algn="ctr">
                        <a:buNone/>
                      </a:pPr>
                      <a:r>
                        <a:rPr sz="900" b="1">
                          <a:solidFill>
                            <a:srgbClr val="23415F"/>
                          </a:solidFill>
                          <a:latin typeface="微软雅黑"/>
                          <a:ea typeface="微软雅黑"/>
                          <a:cs typeface="微软雅黑"/>
                        </a:rPr>
                        <a:t>③ Prompt 学习</a:t>
                      </a: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r>
              <a:tr h="400050">
                <a:tc>
                  <a:txBody>
                    <a:bodyPr/>
                    <a:lstStyle/>
                    <a:p>
                      <a:pPr algn="ctr">
                        <a:buNone/>
                      </a:pPr>
                      <a:r>
                        <a:rPr sz="863">
                          <a:solidFill>
                            <a:srgbClr val="333333"/>
                          </a:solidFill>
                          <a:latin typeface="微软雅黑"/>
                          <a:ea typeface="微软雅黑"/>
                          <a:cs typeface="微软雅黑"/>
                        </a:rPr>
                        <a:t>VPT（ECCV 2022）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7.23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19.40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30.77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6.94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25.26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40.73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21.72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EAPA Table 1 · ECCV 2022</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MaPLE（CVPR 2023）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7.93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26.78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42.42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6.88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24.47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40.12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24.77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EAPA Table 1 · CVPR 2023</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CUP（TNNLS 2025）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13.14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36.14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51.36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12.17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35.36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52.45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33.43 †</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原论文 · TNNLS 2025</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DFIM（IJCAI 2025）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23.42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45.09</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62.63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17.70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46.61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63.42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43.14 †</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原论文 Table 1 · RSICD · ViT-B/32</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PDAR-RSITR（IJCAI 2026）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18.76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39.79</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54.24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15.54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42.46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58.57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38.23 †</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原论文 Table 1/2 · RSICD · mR 为六项均值</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RRSITR（CVPR 2026，0% 噪声）</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15.86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35.50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48.54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12.05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34.68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50.41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32.84 †</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CVPR 原文/补充表 1 · ViT-B/32，5 seeds</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EAPA（ACM MM 2025）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20.31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40.81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53.34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14.84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39.51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55.90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37.45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原论文 · ACM MM 2025</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CMER（JAG 2026）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15.55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35.49</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49.03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10.66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33.41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51.49</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32.61 †</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原论文 · JAG 2026 · ViT-L/14 + BERT</a:t>
                      </a:r>
                    </a:p>
                  </a:txBody>
                  <a:tcPr marL="28575" marR="28575" marT="19050" marB="19050" anchor="ctr">
                    <a:solidFill>
                      <a:srgbClr val="FFFFFF"/>
                    </a:solidFill>
                  </a:tcPr>
                </a:tc>
              </a:tr>
              <a:tr h="400050">
                <a:tc>
                  <a:txBody>
                    <a:bodyPr/>
                    <a:lstStyle/>
                    <a:p>
                      <a:pPr algn="ctr">
                        <a:buNone/>
                      </a:pPr>
                      <a:r>
                        <a:rPr sz="863" b="1">
                          <a:solidFill>
                            <a:srgbClr val="005AA9"/>
                          </a:solidFill>
                          <a:latin typeface="微软雅黑"/>
                          <a:ea typeface="微软雅黑"/>
                          <a:cs typeface="微软雅黑"/>
                        </a:rPr>
                        <a:t>Ours（工具 + agent + GRPO 冷启动 · 2026）主方法</a:t>
                      </a:r>
                    </a:p>
                  </a:txBody>
                  <a:tcPr marL="28575" marR="28575" marT="19050" marB="19050" anchor="ctr">
                    <a:solidFill>
                      <a:srgbClr val="EAF4FB"/>
                    </a:solidFill>
                  </a:tcPr>
                </a:tc>
                <a:tc>
                  <a:txBody>
                    <a:bodyPr/>
                    <a:lstStyle/>
                    <a:p>
                      <a:pPr algn="ctr">
                        <a:buNone/>
                      </a:pPr>
                      <a:r>
                        <a:rPr sz="863" b="1">
                          <a:solidFill>
                            <a:srgbClr val="005AA9"/>
                          </a:solidFill>
                          <a:latin typeface="微软雅黑"/>
                          <a:ea typeface="微软雅黑"/>
                          <a:cs typeface="微软雅黑"/>
                        </a:rPr>
                        <a:t>21.50</a:t>
                      </a:r>
                    </a:p>
                  </a:txBody>
                  <a:tcPr marL="28575" marR="28575" marT="19050" marB="19050" anchor="ctr">
                    <a:solidFill>
                      <a:srgbClr val="EAF4FB"/>
                    </a:solidFill>
                  </a:tcPr>
                </a:tc>
                <a:tc>
                  <a:txBody>
                    <a:bodyPr/>
                    <a:lstStyle/>
                    <a:p>
                      <a:pPr algn="ctr">
                        <a:buNone/>
                      </a:pPr>
                      <a:r>
                        <a:rPr sz="863" b="1">
                          <a:solidFill>
                            <a:srgbClr val="005AA9"/>
                          </a:solidFill>
                          <a:latin typeface="微软雅黑"/>
                          <a:ea typeface="微软雅黑"/>
                          <a:cs typeface="微软雅黑"/>
                        </a:rPr>
                        <a:t>51.88</a:t>
                      </a:r>
                    </a:p>
                  </a:txBody>
                  <a:tcPr marL="28575" marR="28575" marT="19050" marB="19050" anchor="ctr">
                    <a:solidFill>
                      <a:srgbClr val="EAF4FB"/>
                    </a:solidFill>
                  </a:tcPr>
                </a:tc>
                <a:tc>
                  <a:txBody>
                    <a:bodyPr/>
                    <a:lstStyle/>
                    <a:p>
                      <a:pPr algn="ctr">
                        <a:buNone/>
                      </a:pPr>
                      <a:r>
                        <a:rPr sz="863" b="1">
                          <a:solidFill>
                            <a:srgbClr val="005AA9"/>
                          </a:solidFill>
                          <a:latin typeface="微软雅黑"/>
                          <a:ea typeface="微软雅黑"/>
                          <a:cs typeface="微软雅黑"/>
                        </a:rPr>
                        <a:t>67.70</a:t>
                      </a:r>
                    </a:p>
                  </a:txBody>
                  <a:tcPr marL="28575" marR="28575" marT="19050" marB="19050" anchor="ctr">
                    <a:solidFill>
                      <a:srgbClr val="EAF4FB"/>
                    </a:solidFill>
                  </a:tcPr>
                </a:tc>
                <a:tc>
                  <a:txBody>
                    <a:bodyPr/>
                    <a:lstStyle/>
                    <a:p>
                      <a:pPr algn="ctr">
                        <a:buNone/>
                      </a:pPr>
                      <a:r>
                        <a:rPr sz="863" b="1">
                          <a:solidFill>
                            <a:srgbClr val="005AA9"/>
                          </a:solidFill>
                          <a:latin typeface="微软雅黑"/>
                          <a:ea typeface="微软雅黑"/>
                          <a:cs typeface="微软雅黑"/>
                        </a:rPr>
                        <a:t>15.72</a:t>
                      </a:r>
                    </a:p>
                  </a:txBody>
                  <a:tcPr marL="28575" marR="28575" marT="19050" marB="19050" anchor="ctr">
                    <a:solidFill>
                      <a:srgbClr val="EAF4FB"/>
                    </a:solidFill>
                  </a:tcPr>
                </a:tc>
                <a:tc>
                  <a:txBody>
                    <a:bodyPr/>
                    <a:lstStyle/>
                    <a:p>
                      <a:pPr algn="ctr">
                        <a:buNone/>
                      </a:pPr>
                      <a:r>
                        <a:rPr sz="863" b="1">
                          <a:solidFill>
                            <a:srgbClr val="005AA9"/>
                          </a:solidFill>
                          <a:latin typeface="微软雅黑"/>
                          <a:ea typeface="微软雅黑"/>
                          <a:cs typeface="微软雅黑"/>
                        </a:rPr>
                        <a:t>42.03</a:t>
                      </a:r>
                    </a:p>
                  </a:txBody>
                  <a:tcPr marL="28575" marR="28575" marT="19050" marB="19050" anchor="ctr">
                    <a:solidFill>
                      <a:srgbClr val="EAF4FB"/>
                    </a:solidFill>
                  </a:tcPr>
                </a:tc>
                <a:tc>
                  <a:txBody>
                    <a:bodyPr/>
                    <a:lstStyle/>
                    <a:p>
                      <a:pPr algn="ctr">
                        <a:buNone/>
                      </a:pPr>
                      <a:r>
                        <a:rPr sz="863" b="1">
                          <a:solidFill>
                            <a:srgbClr val="005AA9"/>
                          </a:solidFill>
                          <a:latin typeface="微软雅黑"/>
                          <a:ea typeface="微软雅黑"/>
                          <a:cs typeface="微软雅黑"/>
                        </a:rPr>
                        <a:t>59.88</a:t>
                      </a:r>
                    </a:p>
                  </a:txBody>
                  <a:tcPr marL="28575" marR="28575" marT="19050" marB="19050" anchor="ctr">
                    <a:solidFill>
                      <a:srgbClr val="EAF4FB"/>
                    </a:solidFill>
                  </a:tcPr>
                </a:tc>
                <a:tc>
                  <a:txBody>
                    <a:bodyPr/>
                    <a:lstStyle/>
                    <a:p>
                      <a:pPr algn="ctr">
                        <a:buNone/>
                      </a:pPr>
                      <a:r>
                        <a:rPr sz="863" b="1">
                          <a:solidFill>
                            <a:srgbClr val="005AA9"/>
                          </a:solidFill>
                          <a:latin typeface="微软雅黑"/>
                          <a:ea typeface="微软雅黑"/>
                          <a:cs typeface="微软雅黑"/>
                        </a:rPr>
                        <a:t>43.12</a:t>
                      </a:r>
                    </a:p>
                  </a:txBody>
                  <a:tcPr marL="28575" marR="28575" marT="19050" marB="19050" anchor="ctr">
                    <a:solidFill>
                      <a:srgbClr val="EAF4FB"/>
                    </a:solidFill>
                  </a:tcPr>
                </a:tc>
                <a:tc>
                  <a:txBody>
                    <a:bodyPr/>
                    <a:lstStyle/>
                    <a:p>
                      <a:pPr algn="ctr">
                        <a:buNone/>
                      </a:pPr>
                      <a:r>
                        <a:rPr sz="863" b="1">
                          <a:solidFill>
                            <a:srgbClr val="005AA9"/>
                          </a:solidFill>
                          <a:latin typeface="微软雅黑"/>
                          <a:ea typeface="微软雅黑"/>
                          <a:cs typeface="微软雅黑"/>
                        </a:rPr>
                        <a:t>本机 · 2026</a:t>
                      </a:r>
                    </a:p>
                  </a:txBody>
                  <a:tcPr marL="28575" marR="28575" marT="19050" marB="19050" anchor="ctr">
                    <a:solidFill>
                      <a:srgbClr val="EAF4FB"/>
                    </a:solidFill>
                  </a:tcPr>
                </a:tc>
              </a:tr>
            </a:tbl>
          </a:graphicData>
        </a:graphic>
      </p:graphicFrame>
      <p:sp>
        <p:nvSpPr>
          <p:cNvPr id="25" name="矩形 24">
            <a:extLst xmlns:a="http://schemas.openxmlformats.org/drawingml/2006/main">
              <a:ext uri="{FF2B5EF4-FFF2-40B4-BE49-F238E27FC236}">
                <a16:creationId xmlns:a16="http://schemas.microsoft.com/office/drawing/2014/main" id="{7AB8DDDB-4CE9-400B-A166-4A5116FBFBA6}"/>
              </a:ext>
            </a:extLst>
          </p:cNvPr>
          <p:cNvSpPr>
            <a:spLocks xmlns:a="http://schemas.openxmlformats.org/drawingml/2006/main" noGrp="1"/>
          </p:cNvSpPr>
          <p:nvPr/>
        </p:nvSpPr>
        <p:spPr>
          <a:xfrm xmlns:a="http://schemas.openxmlformats.org/drawingml/2006/main">
            <a:off x="304800" y="6191250"/>
            <a:ext cx="847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900" i="1">
                <a:solidFill>
                  <a:srgbClr val="666666"/>
                </a:solidFill>
                <a:latin typeface="微软雅黑"/>
                <a:ea typeface="微软雅黑"/>
                <a:cs typeface="微软雅黑"/>
              </a:defRPr>
            </a:pPr>
            <a:r>
              <a:rPr sz="900" i="1">
                <a:solidFill>
                  <a:srgbClr val="666666"/>
                </a:solidFill>
                <a:latin typeface="微软雅黑"/>
                <a:ea typeface="微软雅黑"/>
                <a:cs typeface="微软雅黑"/>
              </a:rPr>
              <a:t>注：† 为文献报告或转引结果；表格按原页面完整收录，分组分页展示。</a:t>
            </a:r>
          </a:p>
        </p:txBody>
      </p:sp>
    </p:spTree>
    <p:extLst>
      <p:ext uri="{BB962C8B-B14F-4D97-AF65-F5344CB8AC3E}">
        <p14:creationId xmlns:p14="http://schemas.microsoft.com/office/powerpoint/2010/main" val="199453352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28" name="图片 3"/>
          <p:cNvPicPr>
            <a:picLocks xmlns:a="http://schemas.openxmlformats.org/drawingml/2006/main" noChangeAspect="1"/>
          </p:cNvPicPr>
          <p:nvPr/>
        </p:nvPicPr>
        <p:blipFill>
          <a:blip xmlns:r="http://schemas.openxmlformats.org/officeDocument/2006/relationships" xmlns:a="http://schemas.openxmlformats.org/drawingml/2006/main" r:embed="Rb9c54a9d0fcf40e7"/>
          <a:stretch xmlns:a="http://schemas.openxmlformats.org/drawingml/2006/main">
            <a:fillRect l="0" t="0" r="0" b="0"/>
          </a:stretch>
        </p:blipFill>
        <p:spPr>
          <a:xfrm xmlns:a="http://schemas.openxmlformats.org/drawingml/2006/main">
            <a:off x="8188960" y="45085"/>
            <a:ext cx="807720" cy="881380"/>
          </a:xfrm>
          <a:prstGeom xmlns:a="http://schemas.openxmlformats.org/drawingml/2006/main" prst="rect">
            <a:avLst/>
          </a:prstGeom>
        </p:spPr>
      </p:pic>
      <p:sp>
        <p:nvSpPr>
          <p:cNvPr id="22" name="矩形 21">
            <a:extLst xmlns:a="http://schemas.openxmlformats.org/drawingml/2006/main">
              <a:ext uri="{FF2B5EF4-FFF2-40B4-BE49-F238E27FC236}">
                <a16:creationId xmlns:a16="http://schemas.microsoft.com/office/drawing/2014/main" id="{C32FB9E9-426A-45EE-8D02-94C42B9456CB}"/>
              </a:ext>
            </a:extLst>
          </p:cNvPr>
          <p:cNvSpPr>
            <a:spLocks xmlns:a="http://schemas.openxmlformats.org/drawingml/2006/main" noGrp="1"/>
          </p:cNvSpPr>
          <p:nvPr/>
        </p:nvSpPr>
        <p:spPr>
          <a:xfrm xmlns:a="http://schemas.openxmlformats.org/drawingml/2006/main">
            <a:off x="251460" y="68580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1.4 RSITMD 对比实验（1/3）</a:t>
            </a:r>
          </a:p>
        </p:txBody>
      </p:sp>
      <p:sp>
        <p:nvSpPr>
          <p:cNvPr id="23" name="矩形 22">
            <a:extLst xmlns:a="http://schemas.openxmlformats.org/drawingml/2006/main">
              <a:ext uri="{FF2B5EF4-FFF2-40B4-BE49-F238E27FC236}">
                <a16:creationId xmlns:a16="http://schemas.microsoft.com/office/drawing/2014/main" id="{4318F25F-9848-4A62-95A4-F30035AA7443}"/>
              </a:ext>
            </a:extLst>
          </p:cNvPr>
          <p:cNvSpPr>
            <a:spLocks xmlns:a="http://schemas.openxmlformats.org/drawingml/2006/main" noGrp="1"/>
          </p:cNvSpPr>
          <p:nvPr/>
        </p:nvSpPr>
        <p:spPr>
          <a:xfrm xmlns:a="http://schemas.openxmlformats.org/drawingml/2006/main">
            <a:off x="0" y="1095375"/>
            <a:ext cx="7019925" cy="66675"/>
          </a:xfrm>
          <a:prstGeom xmlns:a="http://schemas.openxmlformats.org/drawingml/2006/main" prst="rect">
            <a:avLst/>
          </a:prstGeom>
          <a:solidFill xmlns:a="http://schemas.openxmlformats.org/drawingml/2006/main">
            <a:srgbClr val="0071C8"/>
          </a:solidFill>
          <a:ln xmlns:a="http://schemas.openxmlformats.org/drawingml/2006/main" w="0">
            <a:solidFill>
              <a:srgbClr val="0071C8"/>
            </a:solidFill>
          </a:ln>
        </p:spPr>
      </p:sp>
      <p:graphicFrame>
        <p:nvGraphicFramePr>
          <p:cNvPr id="31" name="表格 30"/>
          <p:cNvGraphicFramePr/>
          <p:nvPr/>
        </p:nvGraphicFramePr>
        <p:xfrm>
          <a:off xmlns:a="http://schemas.openxmlformats.org/drawingml/2006/main" x="285750" y="1362075"/>
          <a:ext xmlns:a="http://schemas.openxmlformats.org/drawingml/2006/main" cx="8572500" cy="3613976"/>
        </p:xfrm>
        <a:graphic xmlns:a="http://schemas.openxmlformats.org/drawingml/2006/main">
          <a:graphicData uri="http://schemas.openxmlformats.org/drawingml/2006/table">
            <a:tbl>
              <a:tblPr/>
              <a:tblGrid>
                <a:gridCol w="2143125"/>
                <a:gridCol w="647700"/>
                <a:gridCol w="590550"/>
                <a:gridCol w="647700"/>
                <a:gridCol w="647700"/>
                <a:gridCol w="590550"/>
                <a:gridCol w="647700"/>
                <a:gridCol w="685800"/>
                <a:gridCol w="1971675"/>
              </a:tblGrid>
              <a:tr h="381000">
                <a:tc>
                  <a:txBody>
                    <a:bodyPr/>
                    <a:lstStyle/>
                    <a:p>
                      <a:pPr algn="ctr">
                        <a:buNone/>
                      </a:pPr>
                      <a:r>
                        <a:rPr sz="938" b="1">
                          <a:solidFill>
                            <a:srgbClr val="FFFFFF"/>
                          </a:solidFill>
                          <a:latin typeface="微软雅黑"/>
                          <a:ea typeface="微软雅黑"/>
                          <a:cs typeface="微软雅黑"/>
                        </a:rPr>
                        <a:t>方法</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I2T R@1</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R@5</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R@10</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T2I R@1</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R@5</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R@10</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mR</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来源</a:t>
                      </a:r>
                    </a:p>
                  </a:txBody>
                  <a:tcPr marL="28575" marR="28575" marT="28575" marB="28575" anchor="ctr">
                    <a:solidFill>
                      <a:srgbClr val="0070C0"/>
                    </a:solidFill>
                  </a:tcPr>
                </a:tc>
              </a:tr>
              <a:tr h="400050">
                <a:tc>
                  <a:txBody>
                    <a:bodyPr/>
                    <a:lstStyle/>
                    <a:p>
                      <a:pPr algn="ctr">
                        <a:buNone/>
                      </a:pPr>
                      <a:r>
                        <a:rPr sz="900" b="1">
                          <a:solidFill>
                            <a:srgbClr val="23415F"/>
                          </a:solidFill>
                          <a:latin typeface="微软雅黑"/>
                          <a:ea typeface="微软雅黑"/>
                          <a:cs typeface="微软雅黑"/>
                        </a:rPr>
                        <a:t>① 非 CLIP 系（跨模态检索方法）</a:t>
                      </a: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r>
              <a:tr h="400050">
                <a:tc>
                  <a:txBody>
                    <a:bodyPr/>
                    <a:lstStyle/>
                    <a:p>
                      <a:pPr algn="ctr">
                        <a:buNone/>
                      </a:pPr>
                      <a:r>
                        <a:rPr sz="863">
                          <a:solidFill>
                            <a:srgbClr val="333333"/>
                          </a:solidFill>
                          <a:latin typeface="微软雅黑"/>
                          <a:ea typeface="微软雅黑"/>
                          <a:cs typeface="微软雅黑"/>
                        </a:rPr>
                        <a:t>LW-MCR-b（TGRS 2022）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9.07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22.79</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38.05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6.11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27.74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49.56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25.55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CUP Table III · TGRS 2022</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LW-MCR-d（TGRS 2022）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10.18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28.98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39.82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7.79</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30.18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49.78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27.79</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CUP Table III · TGRS 2022</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LW-MCR-u（TGRS 2022）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9.73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26.77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37.61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9.25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34.07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54.03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28.58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CUP Table III · TGRS 2022</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GaLR w/o MR（TGRS 2022）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13.05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30.09</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42.70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10.47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36.34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53.35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31.00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CUP Table III · TGRS 2022</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GaLR with MR（TGRS 2022）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14.82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31.64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42.48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11.15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36.68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51.68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31.41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CUP Table III · TGRS 2022（T2I R@1 按 mR 反推，经 PE-RSITR 表核对）</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PIR（ACM MM 2023）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18.14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41.15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52.88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12.17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41.68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63.41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38.24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EAPA Table 1 · ACM MM 2023</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DOVE（TGRS 2024）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16.81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36.80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49.93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12.20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44.13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66.50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37.73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EAPA Table 1 · TGRS 2024</a:t>
                      </a:r>
                    </a:p>
                  </a:txBody>
                  <a:tcPr marL="28575" marR="28575" marT="19050" marB="19050" anchor="ctr">
                    <a:solidFill>
                      <a:srgbClr val="FFFFFF"/>
                    </a:solidFill>
                  </a:tcPr>
                </a:tc>
              </a:tr>
            </a:tbl>
          </a:graphicData>
        </a:graphic>
      </p:graphicFrame>
      <p:sp>
        <p:nvSpPr>
          <p:cNvPr id="25" name="矩形 24">
            <a:extLst xmlns:a="http://schemas.openxmlformats.org/drawingml/2006/main">
              <a:ext uri="{FF2B5EF4-FFF2-40B4-BE49-F238E27FC236}">
                <a16:creationId xmlns:a16="http://schemas.microsoft.com/office/drawing/2014/main" id="{87A9262D-1C3F-4D40-A7FC-9F05D2A64348}"/>
              </a:ext>
            </a:extLst>
          </p:cNvPr>
          <p:cNvSpPr>
            <a:spLocks xmlns:a="http://schemas.openxmlformats.org/drawingml/2006/main" noGrp="1"/>
          </p:cNvSpPr>
          <p:nvPr/>
        </p:nvSpPr>
        <p:spPr>
          <a:xfrm xmlns:a="http://schemas.openxmlformats.org/drawingml/2006/main">
            <a:off x="304800" y="6191250"/>
            <a:ext cx="847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900" i="1">
                <a:solidFill>
                  <a:srgbClr val="666666"/>
                </a:solidFill>
                <a:latin typeface="微软雅黑"/>
                <a:ea typeface="微软雅黑"/>
                <a:cs typeface="微软雅黑"/>
              </a:defRPr>
            </a:pPr>
            <a:r>
              <a:rPr sz="900" i="1">
                <a:solidFill>
                  <a:srgbClr val="666666"/>
                </a:solidFill>
                <a:latin typeface="微软雅黑"/>
                <a:ea typeface="微软雅黑"/>
                <a:cs typeface="微软雅黑"/>
              </a:rPr>
              <a:t>注：† 为文献报告或转引结果；表格按原页面完整收录，分组分页展示。</a:t>
            </a:r>
          </a:p>
        </p:txBody>
      </p:sp>
    </p:spTree>
    <p:extLst>
      <p:ext uri="{BB962C8B-B14F-4D97-AF65-F5344CB8AC3E}">
        <p14:creationId xmlns:p14="http://schemas.microsoft.com/office/powerpoint/2010/main" val="199453352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28" name="图片 3"/>
          <p:cNvPicPr>
            <a:picLocks xmlns:a="http://schemas.openxmlformats.org/drawingml/2006/main" noChangeAspect="1"/>
          </p:cNvPicPr>
          <p:nvPr/>
        </p:nvPicPr>
        <p:blipFill>
          <a:blip xmlns:r="http://schemas.openxmlformats.org/officeDocument/2006/relationships" xmlns:a="http://schemas.openxmlformats.org/drawingml/2006/main" r:embed="R51404da027584638"/>
          <a:stretch xmlns:a="http://schemas.openxmlformats.org/drawingml/2006/main">
            <a:fillRect l="0" t="0" r="0" b="0"/>
          </a:stretch>
        </p:blipFill>
        <p:spPr>
          <a:xfrm xmlns:a="http://schemas.openxmlformats.org/drawingml/2006/main">
            <a:off x="8188960" y="45085"/>
            <a:ext cx="807720" cy="881380"/>
          </a:xfrm>
          <a:prstGeom xmlns:a="http://schemas.openxmlformats.org/drawingml/2006/main" prst="rect">
            <a:avLst/>
          </a:prstGeom>
        </p:spPr>
      </p:pic>
      <p:sp>
        <p:nvSpPr>
          <p:cNvPr id="22" name="矩形 21">
            <a:extLst xmlns:a="http://schemas.openxmlformats.org/drawingml/2006/main">
              <a:ext uri="{FF2B5EF4-FFF2-40B4-BE49-F238E27FC236}">
                <a16:creationId xmlns:a16="http://schemas.microsoft.com/office/drawing/2014/main" id="{CFC3E82C-3ACE-4598-97FB-3D962BD3922D}"/>
              </a:ext>
            </a:extLst>
          </p:cNvPr>
          <p:cNvSpPr>
            <a:spLocks xmlns:a="http://schemas.openxmlformats.org/drawingml/2006/main" noGrp="1"/>
          </p:cNvSpPr>
          <p:nvPr/>
        </p:nvSpPr>
        <p:spPr>
          <a:xfrm xmlns:a="http://schemas.openxmlformats.org/drawingml/2006/main">
            <a:off x="251460" y="68580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1.4 RSITMD 对比实验（2/3）</a:t>
            </a:r>
          </a:p>
        </p:txBody>
      </p:sp>
      <p:sp>
        <p:nvSpPr>
          <p:cNvPr id="23" name="矩形 22">
            <a:extLst xmlns:a="http://schemas.openxmlformats.org/drawingml/2006/main">
              <a:ext uri="{FF2B5EF4-FFF2-40B4-BE49-F238E27FC236}">
                <a16:creationId xmlns:a16="http://schemas.microsoft.com/office/drawing/2014/main" id="{85D6C9F4-4204-4992-A4F0-30FD386AD296}"/>
              </a:ext>
            </a:extLst>
          </p:cNvPr>
          <p:cNvSpPr>
            <a:spLocks xmlns:a="http://schemas.openxmlformats.org/drawingml/2006/main" noGrp="1"/>
          </p:cNvSpPr>
          <p:nvPr/>
        </p:nvSpPr>
        <p:spPr>
          <a:xfrm xmlns:a="http://schemas.openxmlformats.org/drawingml/2006/main">
            <a:off x="0" y="1095375"/>
            <a:ext cx="7019925" cy="66675"/>
          </a:xfrm>
          <a:prstGeom xmlns:a="http://schemas.openxmlformats.org/drawingml/2006/main" prst="rect">
            <a:avLst/>
          </a:prstGeom>
          <a:solidFill xmlns:a="http://schemas.openxmlformats.org/drawingml/2006/main">
            <a:srgbClr val="0071C8"/>
          </a:solidFill>
          <a:ln xmlns:a="http://schemas.openxmlformats.org/drawingml/2006/main" w="0">
            <a:solidFill>
              <a:srgbClr val="0071C8"/>
            </a:solidFill>
          </a:ln>
        </p:spPr>
      </p:sp>
      <p:graphicFrame>
        <p:nvGraphicFramePr>
          <p:cNvPr id="31" name="表格 30"/>
          <p:cNvGraphicFramePr/>
          <p:nvPr/>
        </p:nvGraphicFramePr>
        <p:xfrm>
          <a:off xmlns:a="http://schemas.openxmlformats.org/drawingml/2006/main" x="285750" y="1362075"/>
          <a:ext xmlns:a="http://schemas.openxmlformats.org/drawingml/2006/main" cx="8572500" cy="2781300"/>
        </p:xfrm>
        <a:graphic xmlns:a="http://schemas.openxmlformats.org/drawingml/2006/main">
          <a:graphicData uri="http://schemas.openxmlformats.org/drawingml/2006/table">
            <a:tbl>
              <a:tblPr/>
              <a:tblGrid>
                <a:gridCol w="2143125"/>
                <a:gridCol w="647700"/>
                <a:gridCol w="590550"/>
                <a:gridCol w="647700"/>
                <a:gridCol w="647700"/>
                <a:gridCol w="590550"/>
                <a:gridCol w="647700"/>
                <a:gridCol w="685800"/>
                <a:gridCol w="1971675"/>
              </a:tblGrid>
              <a:tr h="381000">
                <a:tc>
                  <a:txBody>
                    <a:bodyPr/>
                    <a:lstStyle/>
                    <a:p>
                      <a:pPr algn="ctr">
                        <a:buNone/>
                      </a:pPr>
                      <a:r>
                        <a:rPr sz="938" b="1">
                          <a:solidFill>
                            <a:srgbClr val="FFFFFF"/>
                          </a:solidFill>
                          <a:latin typeface="微软雅黑"/>
                          <a:ea typeface="微软雅黑"/>
                          <a:cs typeface="微软雅黑"/>
                        </a:rPr>
                        <a:t>方法</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I2T R@1</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R@5</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R@10</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T2I R@1</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R@5</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R@10</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mR</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来源</a:t>
                      </a:r>
                    </a:p>
                  </a:txBody>
                  <a:tcPr marL="28575" marR="28575" marT="28575" marB="28575" anchor="ctr">
                    <a:solidFill>
                      <a:srgbClr val="0070C0"/>
                    </a:solidFill>
                  </a:tcPr>
                </a:tc>
              </a:tr>
              <a:tr h="400050">
                <a:tc>
                  <a:txBody>
                    <a:bodyPr/>
                    <a:lstStyle/>
                    <a:p>
                      <a:pPr algn="ctr">
                        <a:buNone/>
                      </a:pPr>
                      <a:r>
                        <a:rPr sz="900" b="1">
                          <a:solidFill>
                            <a:srgbClr val="23415F"/>
                          </a:solidFill>
                          <a:latin typeface="微软雅黑"/>
                          <a:ea typeface="微软雅黑"/>
                          <a:cs typeface="微软雅黑"/>
                        </a:rPr>
                        <a:t>② CLIP 系（基线 / 微调 / 2025-2026 最新）</a:t>
                      </a: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r>
              <a:tr h="400050">
                <a:tc>
                  <a:txBody>
                    <a:bodyPr/>
                    <a:lstStyle/>
                    <a:p>
                      <a:pPr algn="ctr">
                        <a:buNone/>
                      </a:pPr>
                      <a:r>
                        <a:rPr sz="863">
                          <a:solidFill>
                            <a:srgbClr val="333333"/>
                          </a:solidFill>
                          <a:latin typeface="微软雅黑"/>
                          <a:ea typeface="微软雅黑"/>
                          <a:cs typeface="微软雅黑"/>
                        </a:rPr>
                        <a:t>CLIP 零样本（ICML 2021）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10.84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28.10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37.39</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10.23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30.96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45.90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27.24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本机 · ICML 2021</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CLIP 线性探测（ICML 2021）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18.14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36.95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50.44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12.82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39.77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56.79</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35.82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本机 · ICML 2021</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GLISA（TGRS 2024）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28.21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50.94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62.50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20.50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54.80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72.19</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48.41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EAPA Table 1 · TGRS 2024（行内不自洽，见备注）</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IERR（TGRS 2024）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27.66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48.89</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61.06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24.43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56.59</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72.66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48.55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EAPA Table 1 · TGRS 2024</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HarMA（ICLR-W 2024）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25.81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48.37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60.61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19.92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53.27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71.21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46.53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EAPA Table 1 · ICLR-W 2024</a:t>
                      </a:r>
                    </a:p>
                  </a:txBody>
                  <a:tcPr marL="28575" marR="28575" marT="19050" marB="19050" anchor="ctr">
                    <a:solidFill>
                      <a:srgbClr val="FFFFFF"/>
                    </a:solidFill>
                  </a:tcPr>
                </a:tc>
              </a:tr>
            </a:tbl>
          </a:graphicData>
        </a:graphic>
      </p:graphicFrame>
      <p:sp>
        <p:nvSpPr>
          <p:cNvPr id="25" name="矩形 24">
            <a:extLst xmlns:a="http://schemas.openxmlformats.org/drawingml/2006/main">
              <a:ext uri="{FF2B5EF4-FFF2-40B4-BE49-F238E27FC236}">
                <a16:creationId xmlns:a16="http://schemas.microsoft.com/office/drawing/2014/main" id="{07DDD3BD-084A-4EA6-9AD2-48BA8982D430}"/>
              </a:ext>
            </a:extLst>
          </p:cNvPr>
          <p:cNvSpPr>
            <a:spLocks xmlns:a="http://schemas.openxmlformats.org/drawingml/2006/main" noGrp="1"/>
          </p:cNvSpPr>
          <p:nvPr/>
        </p:nvSpPr>
        <p:spPr>
          <a:xfrm xmlns:a="http://schemas.openxmlformats.org/drawingml/2006/main">
            <a:off x="304800" y="6191250"/>
            <a:ext cx="847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900" i="1">
                <a:solidFill>
                  <a:srgbClr val="666666"/>
                </a:solidFill>
                <a:latin typeface="微软雅黑"/>
                <a:ea typeface="微软雅黑"/>
                <a:cs typeface="微软雅黑"/>
              </a:defRPr>
            </a:pPr>
            <a:r>
              <a:rPr sz="900" i="1">
                <a:solidFill>
                  <a:srgbClr val="666666"/>
                </a:solidFill>
                <a:latin typeface="微软雅黑"/>
                <a:ea typeface="微软雅黑"/>
                <a:cs typeface="微软雅黑"/>
              </a:rPr>
              <a:t>注：† 为文献报告或转引结果；表格按原页面完整收录，分组分页展示。</a:t>
            </a:r>
          </a:p>
        </p:txBody>
      </p:sp>
    </p:spTree>
    <p:extLst>
      <p:ext uri="{BB962C8B-B14F-4D97-AF65-F5344CB8AC3E}">
        <p14:creationId xmlns:p14="http://schemas.microsoft.com/office/powerpoint/2010/main" val="199453352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28" name="图片 3"/>
          <p:cNvPicPr>
            <a:picLocks xmlns:a="http://schemas.openxmlformats.org/drawingml/2006/main" noChangeAspect="1"/>
          </p:cNvPicPr>
          <p:nvPr/>
        </p:nvPicPr>
        <p:blipFill>
          <a:blip xmlns:r="http://schemas.openxmlformats.org/officeDocument/2006/relationships" xmlns:a="http://schemas.openxmlformats.org/drawingml/2006/main" r:embed="Rb2a927e47b934b34"/>
          <a:stretch xmlns:a="http://schemas.openxmlformats.org/drawingml/2006/main">
            <a:fillRect l="0" t="0" r="0" b="0"/>
          </a:stretch>
        </p:blipFill>
        <p:spPr>
          <a:xfrm xmlns:a="http://schemas.openxmlformats.org/drawingml/2006/main">
            <a:off x="8188960" y="45085"/>
            <a:ext cx="807720" cy="881380"/>
          </a:xfrm>
          <a:prstGeom xmlns:a="http://schemas.openxmlformats.org/drawingml/2006/main" prst="rect">
            <a:avLst/>
          </a:prstGeom>
        </p:spPr>
      </p:pic>
      <p:sp>
        <p:nvSpPr>
          <p:cNvPr id="22" name="矩形 21">
            <a:extLst xmlns:a="http://schemas.openxmlformats.org/drawingml/2006/main">
              <a:ext uri="{FF2B5EF4-FFF2-40B4-BE49-F238E27FC236}">
                <a16:creationId xmlns:a16="http://schemas.microsoft.com/office/drawing/2014/main" id="{3FAECB2D-C65E-4E6E-9C0F-5D151258218B}"/>
              </a:ext>
            </a:extLst>
          </p:cNvPr>
          <p:cNvSpPr>
            <a:spLocks xmlns:a="http://schemas.openxmlformats.org/drawingml/2006/main" noGrp="1"/>
          </p:cNvSpPr>
          <p:nvPr/>
        </p:nvSpPr>
        <p:spPr>
          <a:xfrm xmlns:a="http://schemas.openxmlformats.org/drawingml/2006/main">
            <a:off x="251460" y="68580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1.4 RSITMD 对比实验（3/3）</a:t>
            </a:r>
          </a:p>
        </p:txBody>
      </p:sp>
      <p:sp>
        <p:nvSpPr>
          <p:cNvPr id="23" name="矩形 22">
            <a:extLst xmlns:a="http://schemas.openxmlformats.org/drawingml/2006/main">
              <a:ext uri="{FF2B5EF4-FFF2-40B4-BE49-F238E27FC236}">
                <a16:creationId xmlns:a16="http://schemas.microsoft.com/office/drawing/2014/main" id="{6619CB4E-F7FA-4E9B-93BA-546CE4C473F3}"/>
              </a:ext>
            </a:extLst>
          </p:cNvPr>
          <p:cNvSpPr>
            <a:spLocks xmlns:a="http://schemas.openxmlformats.org/drawingml/2006/main" noGrp="1"/>
          </p:cNvSpPr>
          <p:nvPr/>
        </p:nvSpPr>
        <p:spPr>
          <a:xfrm xmlns:a="http://schemas.openxmlformats.org/drawingml/2006/main">
            <a:off x="0" y="1095375"/>
            <a:ext cx="7019925" cy="66675"/>
          </a:xfrm>
          <a:prstGeom xmlns:a="http://schemas.openxmlformats.org/drawingml/2006/main" prst="rect">
            <a:avLst/>
          </a:prstGeom>
          <a:solidFill xmlns:a="http://schemas.openxmlformats.org/drawingml/2006/main">
            <a:srgbClr val="0071C8"/>
          </a:solidFill>
          <a:ln xmlns:a="http://schemas.openxmlformats.org/drawingml/2006/main" w="0">
            <a:solidFill>
              <a:srgbClr val="0071C8"/>
            </a:solidFill>
          </a:ln>
        </p:spPr>
      </p:sp>
      <p:graphicFrame>
        <p:nvGraphicFramePr>
          <p:cNvPr id="31" name="表格 30"/>
          <p:cNvGraphicFramePr/>
          <p:nvPr/>
        </p:nvGraphicFramePr>
        <p:xfrm>
          <a:off xmlns:a="http://schemas.openxmlformats.org/drawingml/2006/main" x="285750" y="1362075"/>
          <a:ext xmlns:a="http://schemas.openxmlformats.org/drawingml/2006/main" cx="8572500" cy="4381500"/>
        </p:xfrm>
        <a:graphic xmlns:a="http://schemas.openxmlformats.org/drawingml/2006/main">
          <a:graphicData uri="http://schemas.openxmlformats.org/drawingml/2006/table">
            <a:tbl>
              <a:tblPr/>
              <a:tblGrid>
                <a:gridCol w="2143125"/>
                <a:gridCol w="647700"/>
                <a:gridCol w="590550"/>
                <a:gridCol w="647700"/>
                <a:gridCol w="647700"/>
                <a:gridCol w="590550"/>
                <a:gridCol w="647700"/>
                <a:gridCol w="685800"/>
                <a:gridCol w="1971675"/>
              </a:tblGrid>
              <a:tr h="381000">
                <a:tc>
                  <a:txBody>
                    <a:bodyPr/>
                    <a:lstStyle/>
                    <a:p>
                      <a:pPr algn="ctr">
                        <a:buNone/>
                      </a:pPr>
                      <a:r>
                        <a:rPr sz="938" b="1">
                          <a:solidFill>
                            <a:srgbClr val="FFFFFF"/>
                          </a:solidFill>
                          <a:latin typeface="微软雅黑"/>
                          <a:ea typeface="微软雅黑"/>
                          <a:cs typeface="微软雅黑"/>
                        </a:rPr>
                        <a:t>方法</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I2T R@1</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R@5</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R@10</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T2I R@1</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R@5</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R@10</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mR</a:t>
                      </a:r>
                    </a:p>
                  </a:txBody>
                  <a:tcPr marL="28575" marR="28575" marT="28575" marB="28575" anchor="ctr">
                    <a:solidFill>
                      <a:srgbClr val="0070C0"/>
                    </a:solidFill>
                  </a:tcPr>
                </a:tc>
                <a:tc>
                  <a:txBody>
                    <a:bodyPr/>
                    <a:lstStyle/>
                    <a:p>
                      <a:pPr algn="ctr">
                        <a:buNone/>
                      </a:pPr>
                      <a:r>
                        <a:rPr sz="938" b="1">
                          <a:solidFill>
                            <a:srgbClr val="FFFFFF"/>
                          </a:solidFill>
                          <a:latin typeface="微软雅黑"/>
                          <a:ea typeface="微软雅黑"/>
                          <a:cs typeface="微软雅黑"/>
                        </a:rPr>
                        <a:t>来源</a:t>
                      </a:r>
                    </a:p>
                  </a:txBody>
                  <a:tcPr marL="28575" marR="28575" marT="28575" marB="28575" anchor="ctr">
                    <a:solidFill>
                      <a:srgbClr val="0070C0"/>
                    </a:solidFill>
                  </a:tcPr>
                </a:tc>
              </a:tr>
              <a:tr h="400050">
                <a:tc>
                  <a:txBody>
                    <a:bodyPr/>
                    <a:lstStyle/>
                    <a:p>
                      <a:pPr algn="ctr">
                        <a:buNone/>
                      </a:pPr>
                      <a:r>
                        <a:rPr sz="900" b="1">
                          <a:solidFill>
                            <a:srgbClr val="23415F"/>
                          </a:solidFill>
                          <a:latin typeface="微软雅黑"/>
                          <a:ea typeface="微软雅黑"/>
                          <a:cs typeface="微软雅黑"/>
                        </a:rPr>
                        <a:t>③ Prompt 学习</a:t>
                      </a: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c>
                  <a:txBody>
                    <a:bodyPr/>
                    <a:lstStyle/>
                    <a:p>
                      <a:pPr algn="ctr">
                        <a:buNone/>
                      </a:pPr>
                      <a:endParaRPr/>
                    </a:p>
                  </a:txBody>
                  <a:tcPr marL="28575" marR="28575" marT="19050" marB="19050" anchor="ctr">
                    <a:solidFill>
                      <a:srgbClr val="EAF1F8"/>
                    </a:solidFill>
                  </a:tcPr>
                </a:tc>
              </a:tr>
              <a:tr h="400050">
                <a:tc>
                  <a:txBody>
                    <a:bodyPr/>
                    <a:lstStyle/>
                    <a:p>
                      <a:pPr algn="ctr">
                        <a:buNone/>
                      </a:pPr>
                      <a:r>
                        <a:rPr sz="863">
                          <a:solidFill>
                            <a:srgbClr val="333333"/>
                          </a:solidFill>
                          <a:latin typeface="微软雅黑"/>
                          <a:ea typeface="微软雅黑"/>
                          <a:cs typeface="微软雅黑"/>
                        </a:rPr>
                        <a:t>VPT（ECCV 2022）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14.98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32.05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40.15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15.97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41.35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60.35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34.14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EAPA Table 1 · ECCV 2022</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MaPLE（CVPR 2023）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16.96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39.97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53.02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13.59</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43.25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61.92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38.12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EAPA Table 1 · CVPR 2023</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CUP（TNNLS 2025）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23.23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45.80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60.84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19.84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52.83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71.11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45.61 †</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原论文 · TNNLS 2025</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DFIM（IJCAI 2025）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34.97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57.36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71.25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28.72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59.83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77.92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55.01 †</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原论文 Table 1 · RSITMD · ViT-B/32</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PDAR-RSITR（IJCAI 2026）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28.54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52.34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66.05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26.16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59.07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75.78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51.32 †</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原论文 Table 1/2 · RSITMD · mR 为六项均值</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RRSITR（CVPR 2026，0% 噪声）</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25.44</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46.82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58.98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20.88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53.59</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70.90</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46.10 †</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CVPR 原文/补充表 1 · ViT-B/32，5 seeds</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EAPA（ACM MM 2025）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29.87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53.32</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62.83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24.16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57.48</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71.81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49.91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原论文 · ACM MM 2025</a:t>
                      </a:r>
                    </a:p>
                  </a:txBody>
                  <a:tcPr marL="28575" marR="28575" marT="19050" marB="19050" anchor="ctr">
                    <a:solidFill>
                      <a:srgbClr val="FFFFFF"/>
                    </a:solidFill>
                  </a:tcPr>
                </a:tc>
              </a:tr>
              <a:tr h="400050">
                <a:tc>
                  <a:txBody>
                    <a:bodyPr/>
                    <a:lstStyle/>
                    <a:p>
                      <a:pPr algn="ctr">
                        <a:buNone/>
                      </a:pPr>
                      <a:r>
                        <a:rPr sz="863">
                          <a:solidFill>
                            <a:srgbClr val="333333"/>
                          </a:solidFill>
                          <a:latin typeface="微软雅黑"/>
                          <a:ea typeface="微软雅黑"/>
                          <a:cs typeface="微软雅黑"/>
                        </a:rPr>
                        <a:t>CMER（JAG 2026）</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23.67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49.77</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63.93</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17.25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56.41</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81.15</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48.70 †</a:t>
                      </a:r>
                    </a:p>
                  </a:txBody>
                  <a:tcPr marL="28575" marR="28575" marT="19050" marB="19050" anchor="ctr">
                    <a:solidFill>
                      <a:srgbClr val="FFFFFF"/>
                    </a:solidFill>
                  </a:tcPr>
                </a:tc>
                <a:tc>
                  <a:txBody>
                    <a:bodyPr/>
                    <a:lstStyle/>
                    <a:p>
                      <a:pPr algn="ctr">
                        <a:buNone/>
                      </a:pPr>
                      <a:r>
                        <a:rPr sz="863">
                          <a:solidFill>
                            <a:srgbClr val="333333"/>
                          </a:solidFill>
                          <a:latin typeface="微软雅黑"/>
                          <a:ea typeface="微软雅黑"/>
                          <a:cs typeface="微软雅黑"/>
                        </a:rPr>
                        <a:t>† 原论文 · JAG 2026 · ViT-L/14 + BERT</a:t>
                      </a:r>
                    </a:p>
                  </a:txBody>
                  <a:tcPr marL="28575" marR="28575" marT="19050" marB="19050" anchor="ctr">
                    <a:solidFill>
                      <a:srgbClr val="FFFFFF"/>
                    </a:solidFill>
                  </a:tcPr>
                </a:tc>
              </a:tr>
              <a:tr h="400050">
                <a:tc>
                  <a:txBody>
                    <a:bodyPr/>
                    <a:lstStyle/>
                    <a:p>
                      <a:pPr algn="ctr">
                        <a:buNone/>
                      </a:pPr>
                      <a:r>
                        <a:rPr sz="863" b="1">
                          <a:solidFill>
                            <a:srgbClr val="005AA9"/>
                          </a:solidFill>
                          <a:latin typeface="微软雅黑"/>
                          <a:ea typeface="微软雅黑"/>
                          <a:cs typeface="微软雅黑"/>
                        </a:rPr>
                        <a:t>Ours（工具 + agent + GRPO 冷启动 · 2026）主方法</a:t>
                      </a:r>
                    </a:p>
                  </a:txBody>
                  <a:tcPr marL="28575" marR="28575" marT="19050" marB="19050" anchor="ctr">
                    <a:solidFill>
                      <a:srgbClr val="EAF4FB"/>
                    </a:solidFill>
                  </a:tcPr>
                </a:tc>
                <a:tc>
                  <a:txBody>
                    <a:bodyPr/>
                    <a:lstStyle/>
                    <a:p>
                      <a:pPr algn="ctr">
                        <a:buNone/>
                      </a:pPr>
                      <a:r>
                        <a:rPr sz="863" b="1">
                          <a:solidFill>
                            <a:srgbClr val="005AA9"/>
                          </a:solidFill>
                          <a:latin typeface="微软雅黑"/>
                          <a:ea typeface="微软雅黑"/>
                          <a:cs typeface="微软雅黑"/>
                        </a:rPr>
                        <a:t>36.50</a:t>
                      </a:r>
                    </a:p>
                  </a:txBody>
                  <a:tcPr marL="28575" marR="28575" marT="19050" marB="19050" anchor="ctr">
                    <a:solidFill>
                      <a:srgbClr val="EAF4FB"/>
                    </a:solidFill>
                  </a:tcPr>
                </a:tc>
                <a:tc>
                  <a:txBody>
                    <a:bodyPr/>
                    <a:lstStyle/>
                    <a:p>
                      <a:pPr algn="ctr">
                        <a:buNone/>
                      </a:pPr>
                      <a:r>
                        <a:rPr sz="863" b="1">
                          <a:solidFill>
                            <a:srgbClr val="005AA9"/>
                          </a:solidFill>
                          <a:latin typeface="微软雅黑"/>
                          <a:ea typeface="微软雅黑"/>
                          <a:cs typeface="微软雅黑"/>
                        </a:rPr>
                        <a:t>65.93</a:t>
                      </a:r>
                    </a:p>
                  </a:txBody>
                  <a:tcPr marL="28575" marR="28575" marT="19050" marB="19050" anchor="ctr">
                    <a:solidFill>
                      <a:srgbClr val="EAF4FB"/>
                    </a:solidFill>
                  </a:tcPr>
                </a:tc>
                <a:tc>
                  <a:txBody>
                    <a:bodyPr/>
                    <a:lstStyle/>
                    <a:p>
                      <a:pPr algn="ctr">
                        <a:buNone/>
                      </a:pPr>
                      <a:r>
                        <a:rPr sz="863" b="1">
                          <a:solidFill>
                            <a:srgbClr val="005AA9"/>
                          </a:solidFill>
                          <a:latin typeface="微软雅黑"/>
                          <a:ea typeface="微软雅黑"/>
                          <a:cs typeface="微软雅黑"/>
                        </a:rPr>
                        <a:t>75.88</a:t>
                      </a:r>
                    </a:p>
                  </a:txBody>
                  <a:tcPr marL="28575" marR="28575" marT="19050" marB="19050" anchor="ctr">
                    <a:solidFill>
                      <a:srgbClr val="EAF4FB"/>
                    </a:solidFill>
                  </a:tcPr>
                </a:tc>
                <a:tc>
                  <a:txBody>
                    <a:bodyPr/>
                    <a:lstStyle/>
                    <a:p>
                      <a:pPr algn="ctr">
                        <a:buNone/>
                      </a:pPr>
                      <a:r>
                        <a:rPr sz="863" b="1">
                          <a:solidFill>
                            <a:srgbClr val="005AA9"/>
                          </a:solidFill>
                          <a:latin typeface="微软雅黑"/>
                          <a:ea typeface="微软雅黑"/>
                          <a:cs typeface="微软雅黑"/>
                        </a:rPr>
                        <a:t>32.19</a:t>
                      </a:r>
                    </a:p>
                  </a:txBody>
                  <a:tcPr marL="28575" marR="28575" marT="19050" marB="19050" anchor="ctr">
                    <a:solidFill>
                      <a:srgbClr val="EAF4FB"/>
                    </a:solidFill>
                  </a:tcPr>
                </a:tc>
                <a:tc>
                  <a:txBody>
                    <a:bodyPr/>
                    <a:lstStyle/>
                    <a:p>
                      <a:pPr algn="ctr">
                        <a:buNone/>
                      </a:pPr>
                      <a:r>
                        <a:rPr sz="863" b="1">
                          <a:solidFill>
                            <a:srgbClr val="005AA9"/>
                          </a:solidFill>
                          <a:latin typeface="微软雅黑"/>
                          <a:ea typeface="微软雅黑"/>
                          <a:cs typeface="微软雅黑"/>
                        </a:rPr>
                        <a:t>64.04</a:t>
                      </a:r>
                    </a:p>
                  </a:txBody>
                  <a:tcPr marL="28575" marR="28575" marT="19050" marB="19050" anchor="ctr">
                    <a:solidFill>
                      <a:srgbClr val="EAF4FB"/>
                    </a:solidFill>
                  </a:tcPr>
                </a:tc>
                <a:tc>
                  <a:txBody>
                    <a:bodyPr/>
                    <a:lstStyle/>
                    <a:p>
                      <a:pPr algn="ctr">
                        <a:buNone/>
                      </a:pPr>
                      <a:r>
                        <a:rPr sz="863" b="1">
                          <a:solidFill>
                            <a:srgbClr val="005AA9"/>
                          </a:solidFill>
                          <a:latin typeface="微软雅黑"/>
                          <a:ea typeface="微软雅黑"/>
                          <a:cs typeface="微软雅黑"/>
                        </a:rPr>
                        <a:t>77.24</a:t>
                      </a:r>
                    </a:p>
                  </a:txBody>
                  <a:tcPr marL="28575" marR="28575" marT="19050" marB="19050" anchor="ctr">
                    <a:solidFill>
                      <a:srgbClr val="EAF4FB"/>
                    </a:solidFill>
                  </a:tcPr>
                </a:tc>
                <a:tc>
                  <a:txBody>
                    <a:bodyPr/>
                    <a:lstStyle/>
                    <a:p>
                      <a:pPr algn="ctr">
                        <a:buNone/>
                      </a:pPr>
                      <a:r>
                        <a:rPr sz="863" b="1">
                          <a:solidFill>
                            <a:srgbClr val="005AA9"/>
                          </a:solidFill>
                          <a:latin typeface="微软雅黑"/>
                          <a:ea typeface="微软雅黑"/>
                          <a:cs typeface="微软雅黑"/>
                        </a:rPr>
                        <a:t>58.63</a:t>
                      </a:r>
                    </a:p>
                  </a:txBody>
                  <a:tcPr marL="28575" marR="28575" marT="19050" marB="19050" anchor="ctr">
                    <a:solidFill>
                      <a:srgbClr val="EAF4FB"/>
                    </a:solidFill>
                  </a:tcPr>
                </a:tc>
                <a:tc>
                  <a:txBody>
                    <a:bodyPr/>
                    <a:lstStyle/>
                    <a:p>
                      <a:pPr algn="ctr">
                        <a:buNone/>
                      </a:pPr>
                      <a:r>
                        <a:rPr sz="863" b="1">
                          <a:solidFill>
                            <a:srgbClr val="005AA9"/>
                          </a:solidFill>
                          <a:latin typeface="微软雅黑"/>
                          <a:ea typeface="微软雅黑"/>
                          <a:cs typeface="微软雅黑"/>
                        </a:rPr>
                        <a:t>本机 · 2026</a:t>
                      </a:r>
                    </a:p>
                  </a:txBody>
                  <a:tcPr marL="28575" marR="28575" marT="19050" marB="19050" anchor="ctr">
                    <a:solidFill>
                      <a:srgbClr val="EAF4FB"/>
                    </a:solidFill>
                  </a:tcPr>
                </a:tc>
              </a:tr>
            </a:tbl>
          </a:graphicData>
        </a:graphic>
      </p:graphicFrame>
      <p:sp>
        <p:nvSpPr>
          <p:cNvPr id="25" name="矩形 24">
            <a:extLst xmlns:a="http://schemas.openxmlformats.org/drawingml/2006/main">
              <a:ext uri="{FF2B5EF4-FFF2-40B4-BE49-F238E27FC236}">
                <a16:creationId xmlns:a16="http://schemas.microsoft.com/office/drawing/2014/main" id="{06F33B4A-F8BE-4367-B104-EF38B4EDF26B}"/>
              </a:ext>
            </a:extLst>
          </p:cNvPr>
          <p:cNvSpPr>
            <a:spLocks xmlns:a="http://schemas.openxmlformats.org/drawingml/2006/main" noGrp="1"/>
          </p:cNvSpPr>
          <p:nvPr/>
        </p:nvSpPr>
        <p:spPr>
          <a:xfrm xmlns:a="http://schemas.openxmlformats.org/drawingml/2006/main">
            <a:off x="304800" y="6191250"/>
            <a:ext cx="847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900" i="1">
                <a:solidFill>
                  <a:srgbClr val="666666"/>
                </a:solidFill>
                <a:latin typeface="微软雅黑"/>
                <a:ea typeface="微软雅黑"/>
                <a:cs typeface="微软雅黑"/>
              </a:defRPr>
            </a:pPr>
            <a:r>
              <a:rPr sz="900" i="1">
                <a:solidFill>
                  <a:srgbClr val="666666"/>
                </a:solidFill>
                <a:latin typeface="微软雅黑"/>
                <a:ea typeface="微软雅黑"/>
                <a:cs typeface="微软雅黑"/>
              </a:rPr>
              <a:t>注：† 为文献报告或转引结果；表格按原页面完整收录，分组分页展示。</a:t>
            </a:r>
          </a:p>
        </p:txBody>
      </p:sp>
    </p:spTree>
    <p:extLst>
      <p:ext uri="{BB962C8B-B14F-4D97-AF65-F5344CB8AC3E}">
        <p14:creationId xmlns:p14="http://schemas.microsoft.com/office/powerpoint/2010/main" val="199453352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33" name="图片 3"/>
          <p:cNvPicPr>
            <a:picLocks xmlns:a="http://schemas.openxmlformats.org/drawingml/2006/main" noChangeAspect="1"/>
          </p:cNvPicPr>
          <p:nvPr/>
        </p:nvPicPr>
        <p:blipFill>
          <a:blip xmlns:r="http://schemas.openxmlformats.org/officeDocument/2006/relationships" xmlns:a="http://schemas.openxmlformats.org/drawingml/2006/main" r:embed="Re78ff3de08624f58"/>
          <a:stretch xmlns:a="http://schemas.openxmlformats.org/drawingml/2006/main">
            <a:fillRect l="0" t="0" r="0" b="0"/>
          </a:stretch>
        </p:blipFill>
        <p:spPr>
          <a:xfrm xmlns:a="http://schemas.openxmlformats.org/drawingml/2006/main">
            <a:off x="8188960" y="45085"/>
            <a:ext cx="807720" cy="881380"/>
          </a:xfrm>
          <a:prstGeom xmlns:a="http://schemas.openxmlformats.org/drawingml/2006/main" prst="rect">
            <a:avLst/>
          </a:prstGeom>
        </p:spPr>
      </p:pic>
      <p:sp>
        <p:nvSpPr>
          <p:cNvPr id="22" name="矩形 21">
            <a:extLst xmlns:a="http://schemas.openxmlformats.org/drawingml/2006/main">
              <a:ext uri="{FF2B5EF4-FFF2-40B4-BE49-F238E27FC236}">
                <a16:creationId xmlns:a16="http://schemas.microsoft.com/office/drawing/2014/main" id="{BFAF885A-7E36-43B7-A20C-DAD6A375EE88}"/>
              </a:ext>
            </a:extLst>
          </p:cNvPr>
          <p:cNvSpPr>
            <a:spLocks xmlns:a="http://schemas.openxmlformats.org/drawingml/2006/main" noGrp="1"/>
          </p:cNvSpPr>
          <p:nvPr/>
        </p:nvSpPr>
        <p:spPr>
          <a:xfrm xmlns:a="http://schemas.openxmlformats.org/drawingml/2006/main">
            <a:off x="251460" y="685800"/>
            <a:ext cx="685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826"/>
          </a:bodyPr>
          <a:lstStyle xmlns:a="http://schemas.openxmlformats.org/drawingml/2006/main"/>
          <a:p xmlns:a="http://schemas.openxmlformats.org/drawingml/2006/main">
            <a:pPr>
              <a:lnSpc>
                <a:spcPct val="115000"/>
              </a:lnSpc>
              <a:buNone/>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1.5 训练策略与收敛</a:t>
            </a:r>
          </a:p>
        </p:txBody>
      </p:sp>
      <p:sp>
        <p:nvSpPr>
          <p:cNvPr id="23" name="矩形 22">
            <a:extLst xmlns:a="http://schemas.openxmlformats.org/drawingml/2006/main">
              <a:ext uri="{FF2B5EF4-FFF2-40B4-BE49-F238E27FC236}">
                <a16:creationId xmlns:a16="http://schemas.microsoft.com/office/drawing/2014/main" id="{091DDD8A-6BD0-456D-9272-65A4DA62CFA9}"/>
              </a:ext>
            </a:extLst>
          </p:cNvPr>
          <p:cNvSpPr>
            <a:spLocks xmlns:a="http://schemas.openxmlformats.org/drawingml/2006/main" noGrp="1"/>
          </p:cNvSpPr>
          <p:nvPr/>
        </p:nvSpPr>
        <p:spPr>
          <a:xfrm xmlns:a="http://schemas.openxmlformats.org/drawingml/2006/main">
            <a:off x="0" y="1095375"/>
            <a:ext cx="7019925" cy="66675"/>
          </a:xfrm>
          <a:prstGeom xmlns:a="http://schemas.openxmlformats.org/drawingml/2006/main" prst="rect">
            <a:avLst/>
          </a:prstGeom>
          <a:solidFill xmlns:a="http://schemas.openxmlformats.org/drawingml/2006/main">
            <a:srgbClr val="0071C8"/>
          </a:solidFill>
          <a:ln xmlns:a="http://schemas.openxmlformats.org/drawingml/2006/main" w="0">
            <a:solidFill>
              <a:srgbClr val="0071C8"/>
            </a:solidFill>
          </a:ln>
        </p:spPr>
      </p:sp>
      <p:pic>
        <p:nvPicPr>
          <p:cNvPr id="36" name="图片 35"/>
          <p:cNvPicPr>
            <a:picLocks xmlns:a="http://schemas.openxmlformats.org/drawingml/2006/main" noChangeAspect="1"/>
          </p:cNvPicPr>
          <p:nvPr/>
        </p:nvPicPr>
        <p:blipFill>
          <a:blip xmlns:r="http://schemas.openxmlformats.org/officeDocument/2006/relationships" xmlns:a="http://schemas.openxmlformats.org/drawingml/2006/main" r:embed="R85d59661a9d14c4c"/>
          <a:stretch xmlns:a="http://schemas.openxmlformats.org/drawingml/2006/main"/>
        </p:blipFill>
        <p:spPr>
          <a:xfrm xmlns:a="http://schemas.openxmlformats.org/drawingml/2006/main">
            <a:off x="238125" y="1432517"/>
            <a:ext cx="4238625" cy="2707091"/>
          </a:xfrm>
          <a:prstGeom xmlns:a="http://schemas.openxmlformats.org/drawingml/2006/main" prst="rect">
            <a:avLst/>
          </a:prstGeom>
        </p:spPr>
      </p:pic>
      <p:pic>
        <p:nvPicPr>
          <p:cNvPr id="37" name="图片 36"/>
          <p:cNvPicPr>
            <a:picLocks xmlns:a="http://schemas.openxmlformats.org/drawingml/2006/main" noChangeAspect="1"/>
          </p:cNvPicPr>
          <p:nvPr/>
        </p:nvPicPr>
        <p:blipFill>
          <a:blip xmlns:r="http://schemas.openxmlformats.org/officeDocument/2006/relationships" xmlns:a="http://schemas.openxmlformats.org/drawingml/2006/main" r:embed="R6d76d71dabc64969"/>
          <a:stretch xmlns:a="http://schemas.openxmlformats.org/drawingml/2006/main"/>
        </p:blipFill>
        <p:spPr>
          <a:xfrm xmlns:a="http://schemas.openxmlformats.org/drawingml/2006/main">
            <a:off x="4667250" y="1526761"/>
            <a:ext cx="4238625" cy="2518603"/>
          </a:xfrm>
          <a:prstGeom xmlns:a="http://schemas.openxmlformats.org/drawingml/2006/main" prst="rect">
            <a:avLst/>
          </a:prstGeom>
        </p:spPr>
      </p:pic>
      <p:sp>
        <p:nvSpPr>
          <p:cNvPr id="26" name="矩形 25">
            <a:extLst xmlns:a="http://schemas.openxmlformats.org/drawingml/2006/main">
              <a:ext uri="{FF2B5EF4-FFF2-40B4-BE49-F238E27FC236}">
                <a16:creationId xmlns:a16="http://schemas.microsoft.com/office/drawing/2014/main" id="{370802A0-9116-4981-BE99-66F07FCE7F27}"/>
              </a:ext>
            </a:extLst>
          </p:cNvPr>
          <p:cNvSpPr>
            <a:spLocks xmlns:a="http://schemas.openxmlformats.org/drawingml/2006/main" noGrp="1"/>
          </p:cNvSpPr>
          <p:nvPr/>
        </p:nvSpPr>
        <p:spPr>
          <a:xfrm xmlns:a="http://schemas.openxmlformats.org/drawingml/2006/main">
            <a:off x="285750" y="4333875"/>
            <a:ext cx="4048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804"/>
          </a:bodyPr>
          <a:lstStyle xmlns:a="http://schemas.openxmlformats.org/drawingml/2006/main"/>
          <a:p xmlns:a="http://schemas.openxmlformats.org/drawingml/2006/main">
            <a:pPr>
              <a:lnSpc>
                <a:spcPct val="115000"/>
              </a:lnSpc>
              <a:buNone/>
              <a:defRPr sz="1200" b="1">
                <a:solidFill>
                  <a:srgbClr val="0070C0"/>
                </a:solidFill>
                <a:latin typeface="微软雅黑"/>
                <a:ea typeface="微软雅黑"/>
                <a:cs typeface="微软雅黑"/>
              </a:defRPr>
            </a:pPr>
            <a:r>
              <a:rPr sz="1200" b="1">
                <a:solidFill>
                  <a:srgbClr val="0070C0"/>
                </a:solidFill>
                <a:latin typeface="微软雅黑"/>
                <a:ea typeface="微软雅黑"/>
                <a:cs typeface="微软雅黑"/>
              </a:rPr>
              <a:t>训练策略</a:t>
            </a:r>
          </a:p>
        </p:txBody>
      </p:sp>
      <p:sp>
        <p:nvSpPr>
          <p:cNvPr id="27" name="矩形 26">
            <a:extLst xmlns:a="http://schemas.openxmlformats.org/drawingml/2006/main">
              <a:ext uri="{FF2B5EF4-FFF2-40B4-BE49-F238E27FC236}">
                <a16:creationId xmlns:a16="http://schemas.microsoft.com/office/drawing/2014/main" id="{4FD04148-33BB-440E-B26E-3B3F5D5EE845}"/>
              </a:ext>
            </a:extLst>
          </p:cNvPr>
          <p:cNvSpPr>
            <a:spLocks xmlns:a="http://schemas.openxmlformats.org/drawingml/2006/main" noGrp="1"/>
          </p:cNvSpPr>
          <p:nvPr/>
        </p:nvSpPr>
        <p:spPr>
          <a:xfrm xmlns:a="http://schemas.openxmlformats.org/drawingml/2006/main">
            <a:off x="285750" y="4619625"/>
            <a:ext cx="40481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lnSpc>
                <a:spcPct val="115000"/>
              </a:lnSpc>
              <a:buNone/>
              <a:defRPr sz="1013" b="0">
                <a:solidFill>
                  <a:srgbClr val="444444"/>
                </a:solidFill>
                <a:latin typeface="微软雅黑"/>
                <a:ea typeface="微软雅黑"/>
                <a:cs typeface="微软雅黑"/>
              </a:defRPr>
            </a:pPr>
            <a:r>
              <a:rPr sz="1013" b="0">
                <a:solidFill>
                  <a:srgbClr val="444444"/>
                </a:solidFill>
                <a:latin typeface="微软雅黑"/>
                <a:ea typeface="微软雅黑"/>
                <a:cs typeface="微软雅黑"/>
              </a:rPr>
              <a:t>Cold-start GRPO 前期提升更快；SFT-init 后期保持较高 validation mR。曲线仅反映验证集表现。</a:t>
            </a:r>
          </a:p>
        </p:txBody>
      </p:sp>
      <p:sp>
        <p:nvSpPr>
          <p:cNvPr id="28" name="矩形 27">
            <a:extLst xmlns:a="http://schemas.openxmlformats.org/drawingml/2006/main">
              <a:ext uri="{FF2B5EF4-FFF2-40B4-BE49-F238E27FC236}">
                <a16:creationId xmlns:a16="http://schemas.microsoft.com/office/drawing/2014/main" id="{F32307AD-4250-46AC-82D4-C801BCF7881C}"/>
              </a:ext>
            </a:extLst>
          </p:cNvPr>
          <p:cNvSpPr>
            <a:spLocks xmlns:a="http://schemas.openxmlformats.org/drawingml/2006/main" noGrp="1"/>
          </p:cNvSpPr>
          <p:nvPr/>
        </p:nvSpPr>
        <p:spPr>
          <a:xfrm xmlns:a="http://schemas.openxmlformats.org/drawingml/2006/main">
            <a:off x="4714875" y="4333875"/>
            <a:ext cx="4048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804"/>
          </a:bodyPr>
          <a:lstStyle xmlns:a="http://schemas.openxmlformats.org/drawingml/2006/main"/>
          <a:p xmlns:a="http://schemas.openxmlformats.org/drawingml/2006/main">
            <a:pPr>
              <a:lnSpc>
                <a:spcPct val="115000"/>
              </a:lnSpc>
              <a:buNone/>
              <a:defRPr sz="1200" b="1">
                <a:solidFill>
                  <a:srgbClr val="0070C0"/>
                </a:solidFill>
                <a:latin typeface="微软雅黑"/>
                <a:ea typeface="微软雅黑"/>
                <a:cs typeface="微软雅黑"/>
              </a:defRPr>
            </a:pPr>
            <a:r>
              <a:rPr sz="1200" b="1">
                <a:solidFill>
                  <a:srgbClr val="0070C0"/>
                </a:solidFill>
                <a:latin typeface="微软雅黑"/>
                <a:ea typeface="微软雅黑"/>
                <a:cs typeface="微软雅黑"/>
              </a:rPr>
              <a:t>RSITMD 收敛速度</a:t>
            </a:r>
          </a:p>
        </p:txBody>
      </p:sp>
      <p:sp>
        <p:nvSpPr>
          <p:cNvPr id="29" name="矩形 28">
            <a:extLst xmlns:a="http://schemas.openxmlformats.org/drawingml/2006/main">
              <a:ext uri="{FF2B5EF4-FFF2-40B4-BE49-F238E27FC236}">
                <a16:creationId xmlns:a16="http://schemas.microsoft.com/office/drawing/2014/main" id="{DC6A0BA3-CCC5-466A-BA7F-5BAA5861A1D6}"/>
              </a:ext>
            </a:extLst>
          </p:cNvPr>
          <p:cNvSpPr>
            <a:spLocks xmlns:a="http://schemas.openxmlformats.org/drawingml/2006/main" noGrp="1"/>
          </p:cNvSpPr>
          <p:nvPr/>
        </p:nvSpPr>
        <p:spPr>
          <a:xfrm xmlns:a="http://schemas.openxmlformats.org/drawingml/2006/main">
            <a:off x="4714875" y="4619625"/>
            <a:ext cx="40481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lnSpc>
                <a:spcPct val="115000"/>
              </a:lnSpc>
              <a:buNone/>
              <a:defRPr sz="1013" b="0">
                <a:solidFill>
                  <a:srgbClr val="444444"/>
                </a:solidFill>
                <a:latin typeface="微软雅黑"/>
                <a:ea typeface="微软雅黑"/>
                <a:cs typeface="微软雅黑"/>
              </a:defRPr>
            </a:pPr>
            <a:r>
              <a:rPr sz="1013" b="0">
                <a:solidFill>
                  <a:srgbClr val="444444"/>
                </a:solidFill>
                <a:latin typeface="微软雅黑"/>
                <a:ea typeface="微软雅黑"/>
                <a:cs typeface="微软雅黑"/>
              </a:rPr>
              <a:t>Agent prior 在第 2 个 epoch 已达到 36.4 mR；CCB 约需 13 个 epoch 达到相近水平。</a:t>
            </a:r>
          </a:p>
        </p:txBody>
      </p:sp>
    </p:spTree>
    <p:extLst>
      <p:ext uri="{BB962C8B-B14F-4D97-AF65-F5344CB8AC3E}">
        <p14:creationId xmlns:p14="http://schemas.microsoft.com/office/powerpoint/2010/main" val="199453352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33" name="图片 3"/>
          <p:cNvPicPr>
            <a:picLocks xmlns:a="http://schemas.openxmlformats.org/drawingml/2006/main" noChangeAspect="1"/>
          </p:cNvPicPr>
          <p:nvPr/>
        </p:nvPicPr>
        <p:blipFill>
          <a:blip xmlns:r="http://schemas.openxmlformats.org/officeDocument/2006/relationships" xmlns:a="http://schemas.openxmlformats.org/drawingml/2006/main" r:embed="Racea85189df54651"/>
          <a:stretch xmlns:a="http://schemas.openxmlformats.org/drawingml/2006/main">
            <a:fillRect l="0" t="0" r="0" b="0"/>
          </a:stretch>
        </p:blipFill>
        <p:spPr>
          <a:xfrm xmlns:a="http://schemas.openxmlformats.org/drawingml/2006/main">
            <a:off x="8188960" y="45085"/>
            <a:ext cx="807720" cy="881380"/>
          </a:xfrm>
          <a:prstGeom xmlns:a="http://schemas.openxmlformats.org/drawingml/2006/main" prst="rect">
            <a:avLst/>
          </a:prstGeom>
        </p:spPr>
      </p:pic>
      <p:sp>
        <p:nvSpPr>
          <p:cNvPr id="22" name="矩形 21">
            <a:extLst xmlns:a="http://schemas.openxmlformats.org/drawingml/2006/main">
              <a:ext uri="{FF2B5EF4-FFF2-40B4-BE49-F238E27FC236}">
                <a16:creationId xmlns:a16="http://schemas.microsoft.com/office/drawing/2014/main" id="{3CC620A1-272E-4E4A-BFDA-B82D42518E75}"/>
              </a:ext>
            </a:extLst>
          </p:cNvPr>
          <p:cNvSpPr>
            <a:spLocks xmlns:a="http://schemas.openxmlformats.org/drawingml/2006/main" noGrp="1"/>
          </p:cNvSpPr>
          <p:nvPr/>
        </p:nvSpPr>
        <p:spPr>
          <a:xfrm xmlns:a="http://schemas.openxmlformats.org/drawingml/2006/main">
            <a:off x="251460" y="685800"/>
            <a:ext cx="685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826"/>
          </a:bodyPr>
          <a:lstStyle xmlns:a="http://schemas.openxmlformats.org/drawingml/2006/main"/>
          <a:p xmlns:a="http://schemas.openxmlformats.org/drawingml/2006/main">
            <a:pPr>
              <a:lnSpc>
                <a:spcPct val="115000"/>
              </a:lnSpc>
              <a:buNone/>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1.6 数据效率与噪声鲁棒性</a:t>
            </a:r>
          </a:p>
        </p:txBody>
      </p:sp>
      <p:sp>
        <p:nvSpPr>
          <p:cNvPr id="23" name="矩形 22">
            <a:extLst xmlns:a="http://schemas.openxmlformats.org/drawingml/2006/main">
              <a:ext uri="{FF2B5EF4-FFF2-40B4-BE49-F238E27FC236}">
                <a16:creationId xmlns:a16="http://schemas.microsoft.com/office/drawing/2014/main" id="{D360221A-B00D-421B-947C-52BD4F932732}"/>
              </a:ext>
            </a:extLst>
          </p:cNvPr>
          <p:cNvSpPr>
            <a:spLocks xmlns:a="http://schemas.openxmlformats.org/drawingml/2006/main" noGrp="1"/>
          </p:cNvSpPr>
          <p:nvPr/>
        </p:nvSpPr>
        <p:spPr>
          <a:xfrm xmlns:a="http://schemas.openxmlformats.org/drawingml/2006/main">
            <a:off x="0" y="1095375"/>
            <a:ext cx="7019925" cy="66675"/>
          </a:xfrm>
          <a:prstGeom xmlns:a="http://schemas.openxmlformats.org/drawingml/2006/main" prst="rect">
            <a:avLst/>
          </a:prstGeom>
          <a:solidFill xmlns:a="http://schemas.openxmlformats.org/drawingml/2006/main">
            <a:srgbClr val="0071C8"/>
          </a:solidFill>
          <a:ln xmlns:a="http://schemas.openxmlformats.org/drawingml/2006/main" w="0">
            <a:solidFill>
              <a:srgbClr val="0071C8"/>
            </a:solidFill>
          </a:ln>
        </p:spPr>
      </p:sp>
      <p:pic>
        <p:nvPicPr>
          <p:cNvPr id="36" name="图片 35"/>
          <p:cNvPicPr>
            <a:picLocks xmlns:a="http://schemas.openxmlformats.org/drawingml/2006/main" noChangeAspect="1"/>
          </p:cNvPicPr>
          <p:nvPr/>
        </p:nvPicPr>
        <p:blipFill>
          <a:blip xmlns:r="http://schemas.openxmlformats.org/officeDocument/2006/relationships" xmlns:a="http://schemas.openxmlformats.org/drawingml/2006/main" r:embed="R442eb5c7629a40de"/>
          <a:stretch xmlns:a="http://schemas.openxmlformats.org/drawingml/2006/main"/>
        </p:blipFill>
        <p:spPr>
          <a:xfrm xmlns:a="http://schemas.openxmlformats.org/drawingml/2006/main">
            <a:off x="238125" y="1499815"/>
            <a:ext cx="4238625" cy="2715369"/>
          </a:xfrm>
          <a:prstGeom xmlns:a="http://schemas.openxmlformats.org/drawingml/2006/main" prst="rect">
            <a:avLst/>
          </a:prstGeom>
        </p:spPr>
      </p:pic>
      <p:pic>
        <p:nvPicPr>
          <p:cNvPr id="37" name="图片 36"/>
          <p:cNvPicPr>
            <a:picLocks xmlns:a="http://schemas.openxmlformats.org/drawingml/2006/main" noChangeAspect="1"/>
          </p:cNvPicPr>
          <p:nvPr/>
        </p:nvPicPr>
        <p:blipFill>
          <a:blip xmlns:r="http://schemas.openxmlformats.org/officeDocument/2006/relationships" xmlns:a="http://schemas.openxmlformats.org/drawingml/2006/main" r:embed="Rc2e31f3aa3db4701"/>
          <a:stretch xmlns:a="http://schemas.openxmlformats.org/drawingml/2006/main"/>
        </p:blipFill>
        <p:spPr>
          <a:xfrm xmlns:a="http://schemas.openxmlformats.org/drawingml/2006/main">
            <a:off x="4667250" y="1409786"/>
            <a:ext cx="4238625" cy="2895428"/>
          </a:xfrm>
          <a:prstGeom xmlns:a="http://schemas.openxmlformats.org/drawingml/2006/main" prst="rect">
            <a:avLst/>
          </a:prstGeom>
        </p:spPr>
      </p:pic>
      <p:sp>
        <p:nvSpPr>
          <p:cNvPr id="26" name="矩形 25">
            <a:extLst xmlns:a="http://schemas.openxmlformats.org/drawingml/2006/main">
              <a:ext uri="{FF2B5EF4-FFF2-40B4-BE49-F238E27FC236}">
                <a16:creationId xmlns:a16="http://schemas.microsoft.com/office/drawing/2014/main" id="{3BEE9594-1F19-473B-A857-141E5BF50258}"/>
              </a:ext>
            </a:extLst>
          </p:cNvPr>
          <p:cNvSpPr>
            <a:spLocks xmlns:a="http://schemas.openxmlformats.org/drawingml/2006/main" noGrp="1"/>
          </p:cNvSpPr>
          <p:nvPr/>
        </p:nvSpPr>
        <p:spPr>
          <a:xfrm xmlns:a="http://schemas.openxmlformats.org/drawingml/2006/main">
            <a:off x="285750" y="4524375"/>
            <a:ext cx="4048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804"/>
          </a:bodyPr>
          <a:lstStyle xmlns:a="http://schemas.openxmlformats.org/drawingml/2006/main"/>
          <a:p xmlns:a="http://schemas.openxmlformats.org/drawingml/2006/main">
            <a:pPr>
              <a:lnSpc>
                <a:spcPct val="115000"/>
              </a:lnSpc>
              <a:buNone/>
              <a:defRPr sz="1200" b="1">
                <a:solidFill>
                  <a:srgbClr val="0070C0"/>
                </a:solidFill>
                <a:latin typeface="微软雅黑"/>
                <a:ea typeface="微软雅黑"/>
                <a:cs typeface="微软雅黑"/>
              </a:defRPr>
            </a:pPr>
            <a:r>
              <a:rPr sz="1200" b="1">
                <a:solidFill>
                  <a:srgbClr val="0070C0"/>
                </a:solidFill>
                <a:latin typeface="微软雅黑"/>
                <a:ea typeface="微软雅黑"/>
                <a:cs typeface="微软雅黑"/>
              </a:rPr>
              <a:t>数据效率</a:t>
            </a:r>
          </a:p>
        </p:txBody>
      </p:sp>
      <p:sp>
        <p:nvSpPr>
          <p:cNvPr id="27" name="矩形 26">
            <a:extLst xmlns:a="http://schemas.openxmlformats.org/drawingml/2006/main">
              <a:ext uri="{FF2B5EF4-FFF2-40B4-BE49-F238E27FC236}">
                <a16:creationId xmlns:a16="http://schemas.microsoft.com/office/drawing/2014/main" id="{582D44AA-7A91-41F8-914F-F4DDCD867B65}"/>
              </a:ext>
            </a:extLst>
          </p:cNvPr>
          <p:cNvSpPr>
            <a:spLocks xmlns:a="http://schemas.openxmlformats.org/drawingml/2006/main" noGrp="1"/>
          </p:cNvSpPr>
          <p:nvPr/>
        </p:nvSpPr>
        <p:spPr>
          <a:xfrm xmlns:a="http://schemas.openxmlformats.org/drawingml/2006/main">
            <a:off x="285750" y="481012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lnSpc>
                <a:spcPct val="115000"/>
              </a:lnSpc>
              <a:buNone/>
              <a:defRPr sz="1013" b="0">
                <a:solidFill>
                  <a:srgbClr val="444444"/>
                </a:solidFill>
                <a:latin typeface="微软雅黑"/>
                <a:ea typeface="微软雅黑"/>
                <a:cs typeface="微软雅黑"/>
              </a:defRPr>
            </a:pPr>
            <a:r>
              <a:rPr sz="1013" b="0">
                <a:solidFill>
                  <a:srgbClr val="444444"/>
                </a:solidFill>
                <a:latin typeface="微软雅黑"/>
                <a:ea typeface="微软雅黑"/>
                <a:cs typeface="微软雅黑"/>
              </a:rPr>
              <a:t>Agent prior 使用 50% 数据时 mR 为 49.6，已接近 CCB 使用全量数据时的 50.9。</a:t>
            </a:r>
          </a:p>
        </p:txBody>
      </p:sp>
      <p:sp>
        <p:nvSpPr>
          <p:cNvPr id="28" name="矩形 27">
            <a:extLst xmlns:a="http://schemas.openxmlformats.org/drawingml/2006/main">
              <a:ext uri="{FF2B5EF4-FFF2-40B4-BE49-F238E27FC236}">
                <a16:creationId xmlns:a16="http://schemas.microsoft.com/office/drawing/2014/main" id="{2D163722-C88A-431C-8618-88C5B425EDF1}"/>
              </a:ext>
            </a:extLst>
          </p:cNvPr>
          <p:cNvSpPr>
            <a:spLocks xmlns:a="http://schemas.openxmlformats.org/drawingml/2006/main" noGrp="1"/>
          </p:cNvSpPr>
          <p:nvPr/>
        </p:nvSpPr>
        <p:spPr>
          <a:xfrm xmlns:a="http://schemas.openxmlformats.org/drawingml/2006/main">
            <a:off x="4714875" y="4524375"/>
            <a:ext cx="4048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804"/>
          </a:bodyPr>
          <a:lstStyle xmlns:a="http://schemas.openxmlformats.org/drawingml/2006/main"/>
          <a:p xmlns:a="http://schemas.openxmlformats.org/drawingml/2006/main">
            <a:pPr>
              <a:lnSpc>
                <a:spcPct val="115000"/>
              </a:lnSpc>
              <a:buNone/>
              <a:defRPr sz="1200" b="1">
                <a:solidFill>
                  <a:srgbClr val="0070C0"/>
                </a:solidFill>
                <a:latin typeface="微软雅黑"/>
                <a:ea typeface="微软雅黑"/>
                <a:cs typeface="微软雅黑"/>
              </a:defRPr>
            </a:pPr>
            <a:r>
              <a:rPr sz="1200" b="1">
                <a:solidFill>
                  <a:srgbClr val="0070C0"/>
                </a:solidFill>
                <a:latin typeface="微软雅黑"/>
                <a:ea typeface="微软雅黑"/>
                <a:cs typeface="微软雅黑"/>
              </a:rPr>
              <a:t>噪声鲁棒性</a:t>
            </a:r>
          </a:p>
        </p:txBody>
      </p:sp>
      <p:sp>
        <p:nvSpPr>
          <p:cNvPr id="29" name="矩形 28">
            <a:extLst xmlns:a="http://schemas.openxmlformats.org/drawingml/2006/main">
              <a:ext uri="{FF2B5EF4-FFF2-40B4-BE49-F238E27FC236}">
                <a16:creationId xmlns:a16="http://schemas.microsoft.com/office/drawing/2014/main" id="{10CA8586-7A4F-4868-9E6E-430D4412AD23}"/>
              </a:ext>
            </a:extLst>
          </p:cNvPr>
          <p:cNvSpPr>
            <a:spLocks xmlns:a="http://schemas.openxmlformats.org/drawingml/2006/main" noGrp="1"/>
          </p:cNvSpPr>
          <p:nvPr/>
        </p:nvSpPr>
        <p:spPr>
          <a:xfrm xmlns:a="http://schemas.openxmlformats.org/drawingml/2006/main">
            <a:off x="4714875" y="481012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lnSpc>
                <a:spcPct val="115000"/>
              </a:lnSpc>
              <a:buNone/>
              <a:defRPr sz="1013" b="0">
                <a:solidFill>
                  <a:srgbClr val="444444"/>
                </a:solidFill>
                <a:latin typeface="微软雅黑"/>
                <a:ea typeface="微软雅黑"/>
                <a:cs typeface="微软雅黑"/>
              </a:defRPr>
            </a:pPr>
            <a:r>
              <a:rPr sz="1013" b="0">
                <a:solidFill>
                  <a:srgbClr val="444444"/>
                </a:solidFill>
                <a:latin typeface="微软雅黑"/>
                <a:ea typeface="微软雅黑"/>
                <a:cs typeface="微软雅黑"/>
              </a:rPr>
              <a:t>当前仅测试 0%、20%、40% word-drop。Agent 在 UCM 与 RSITMD 的 R@1、R@10 上均保持优势。</a:t>
            </a:r>
          </a:p>
        </p:txBody>
      </p:sp>
    </p:spTree>
    <p:extLst>
      <p:ext uri="{BB962C8B-B14F-4D97-AF65-F5344CB8AC3E}">
        <p14:creationId xmlns:p14="http://schemas.microsoft.com/office/powerpoint/2010/main" val="199453352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29" name="图片 3"/>
          <p:cNvPicPr>
            <a:picLocks xmlns:a="http://schemas.openxmlformats.org/drawingml/2006/main" noChangeAspect="1"/>
          </p:cNvPicPr>
          <p:nvPr/>
        </p:nvPicPr>
        <p:blipFill>
          <a:blip xmlns:r="http://schemas.openxmlformats.org/officeDocument/2006/relationships" xmlns:a="http://schemas.openxmlformats.org/drawingml/2006/main" r:embed="R783f0ebf352348bc"/>
          <a:stretch xmlns:a="http://schemas.openxmlformats.org/drawingml/2006/main">
            <a:fillRect l="0" t="0" r="0" b="0"/>
          </a:stretch>
        </p:blipFill>
        <p:spPr>
          <a:xfrm xmlns:a="http://schemas.openxmlformats.org/drawingml/2006/main">
            <a:off x="8188960" y="45085"/>
            <a:ext cx="807720" cy="881380"/>
          </a:xfrm>
          <a:prstGeom xmlns:a="http://schemas.openxmlformats.org/drawingml/2006/main" prst="rect">
            <a:avLst/>
          </a:prstGeom>
        </p:spPr>
      </p:pic>
      <p:sp>
        <p:nvSpPr>
          <p:cNvPr id="22" name="矩形 21">
            <a:extLst xmlns:a="http://schemas.openxmlformats.org/drawingml/2006/main">
              <a:ext uri="{FF2B5EF4-FFF2-40B4-BE49-F238E27FC236}">
                <a16:creationId xmlns:a16="http://schemas.microsoft.com/office/drawing/2014/main" id="{87D80761-49FB-4245-AB10-E5EFBAC88056}"/>
              </a:ext>
            </a:extLst>
          </p:cNvPr>
          <p:cNvSpPr>
            <a:spLocks xmlns:a="http://schemas.openxmlformats.org/drawingml/2006/main" noGrp="1"/>
          </p:cNvSpPr>
          <p:nvPr/>
        </p:nvSpPr>
        <p:spPr>
          <a:xfrm xmlns:a="http://schemas.openxmlformats.org/drawingml/2006/main">
            <a:off x="251460" y="685800"/>
            <a:ext cx="685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826"/>
          </a:bodyPr>
          <a:lstStyle xmlns:a="http://schemas.openxmlformats.org/drawingml/2006/main"/>
          <a:p xmlns:a="http://schemas.openxmlformats.org/drawingml/2006/main">
            <a:pPr>
              <a:lnSpc>
                <a:spcPct val="115000"/>
              </a:lnSpc>
              <a:buNone/>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1.7 同一 Query 的 Top-5 定性对照</a:t>
            </a:r>
          </a:p>
        </p:txBody>
      </p:sp>
      <p:sp>
        <p:nvSpPr>
          <p:cNvPr id="23" name="矩形 22">
            <a:extLst xmlns:a="http://schemas.openxmlformats.org/drawingml/2006/main">
              <a:ext uri="{FF2B5EF4-FFF2-40B4-BE49-F238E27FC236}">
                <a16:creationId xmlns:a16="http://schemas.microsoft.com/office/drawing/2014/main" id="{846ACCF4-4DAD-46D0-BE22-021DE7CA9055}"/>
              </a:ext>
            </a:extLst>
          </p:cNvPr>
          <p:cNvSpPr>
            <a:spLocks xmlns:a="http://schemas.openxmlformats.org/drawingml/2006/main" noGrp="1"/>
          </p:cNvSpPr>
          <p:nvPr/>
        </p:nvSpPr>
        <p:spPr>
          <a:xfrm xmlns:a="http://schemas.openxmlformats.org/drawingml/2006/main">
            <a:off x="0" y="1095375"/>
            <a:ext cx="7019925" cy="66675"/>
          </a:xfrm>
          <a:prstGeom xmlns:a="http://schemas.openxmlformats.org/drawingml/2006/main" prst="rect">
            <a:avLst/>
          </a:prstGeom>
          <a:solidFill xmlns:a="http://schemas.openxmlformats.org/drawingml/2006/main">
            <a:srgbClr val="0071C8"/>
          </a:solidFill>
          <a:ln xmlns:a="http://schemas.openxmlformats.org/drawingml/2006/main" w="0">
            <a:solidFill>
              <a:srgbClr val="0071C8"/>
            </a:solidFill>
          </a:ln>
        </p:spPr>
      </p:sp>
      <p:pic>
        <p:nvPicPr>
          <p:cNvPr id="32" name="图片 31"/>
          <p:cNvPicPr>
            <a:picLocks xmlns:a="http://schemas.openxmlformats.org/drawingml/2006/main" noChangeAspect="1"/>
          </p:cNvPicPr>
          <p:nvPr/>
        </p:nvPicPr>
        <p:blipFill>
          <a:blip xmlns:r="http://schemas.openxmlformats.org/officeDocument/2006/relationships" xmlns:a="http://schemas.openxmlformats.org/drawingml/2006/main" r:embed="R45e98bee08384db8"/>
          <a:stretch xmlns:a="http://schemas.openxmlformats.org/drawingml/2006/main"/>
        </p:blipFill>
        <p:spPr>
          <a:xfrm xmlns:a="http://schemas.openxmlformats.org/drawingml/2006/main">
            <a:off x="554481" y="1333500"/>
            <a:ext cx="5939538" cy="4953000"/>
          </a:xfrm>
          <a:prstGeom xmlns:a="http://schemas.openxmlformats.org/drawingml/2006/main" prst="rect">
            <a:avLst/>
          </a:prstGeom>
        </p:spPr>
      </p:pic>
      <p:sp>
        <p:nvSpPr>
          <p:cNvPr id="25" name="矩形 24">
            <a:extLst xmlns:a="http://schemas.openxmlformats.org/drawingml/2006/main">
              <a:ext uri="{FF2B5EF4-FFF2-40B4-BE49-F238E27FC236}">
                <a16:creationId xmlns:a16="http://schemas.microsoft.com/office/drawing/2014/main" id="{55394212-4EEB-4A44-90B8-14F7DB27D49D}"/>
              </a:ext>
            </a:extLst>
          </p:cNvPr>
          <p:cNvSpPr>
            <a:spLocks xmlns:a="http://schemas.openxmlformats.org/drawingml/2006/main" noGrp="1"/>
          </p:cNvSpPr>
          <p:nvPr/>
        </p:nvSpPr>
        <p:spPr>
          <a:xfrm xmlns:a="http://schemas.openxmlformats.org/drawingml/2006/main">
            <a:off x="7000875" y="1762125"/>
            <a:ext cx="1857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804"/>
          </a:bodyPr>
          <a:lstStyle xmlns:a="http://schemas.openxmlformats.org/drawingml/2006/main"/>
          <a:p xmlns:a="http://schemas.openxmlformats.org/drawingml/2006/main">
            <a:pPr>
              <a:lnSpc>
                <a:spcPct val="115000"/>
              </a:lnSpc>
              <a:buNone/>
              <a:defRPr sz="1200" b="1">
                <a:solidFill>
                  <a:srgbClr val="0070C0"/>
                </a:solidFill>
                <a:latin typeface="微软雅黑"/>
                <a:ea typeface="微软雅黑"/>
                <a:cs typeface="微软雅黑"/>
              </a:defRPr>
            </a:pPr>
            <a:r>
              <a:rPr sz="1200" b="1">
                <a:solidFill>
                  <a:srgbClr val="0070C0"/>
                </a:solidFill>
                <a:latin typeface="微软雅黑"/>
                <a:ea typeface="微软雅黑"/>
                <a:cs typeface="微软雅黑"/>
              </a:rPr>
              <a:t>检索结果变化</a:t>
            </a:r>
          </a:p>
        </p:txBody>
      </p:sp>
      <p:sp>
        <p:nvSpPr>
          <p:cNvPr id="26" name="矩形 25">
            <a:extLst xmlns:a="http://schemas.openxmlformats.org/drawingml/2006/main">
              <a:ext uri="{FF2B5EF4-FFF2-40B4-BE49-F238E27FC236}">
                <a16:creationId xmlns:a16="http://schemas.microsoft.com/office/drawing/2014/main" id="{E863F1DA-4668-467F-95C6-D5B6DDC4DF8C}"/>
              </a:ext>
            </a:extLst>
          </p:cNvPr>
          <p:cNvSpPr>
            <a:spLocks xmlns:a="http://schemas.openxmlformats.org/drawingml/2006/main" noGrp="1"/>
          </p:cNvSpPr>
          <p:nvPr/>
        </p:nvSpPr>
        <p:spPr>
          <a:xfrm xmlns:a="http://schemas.openxmlformats.org/drawingml/2006/main">
            <a:off x="7000875" y="2047875"/>
            <a:ext cx="18573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lnSpc>
                <a:spcPct val="115000"/>
              </a:lnSpc>
              <a:buNone/>
              <a:defRPr sz="1013" b="0">
                <a:solidFill>
                  <a:srgbClr val="444444"/>
                </a:solidFill>
                <a:latin typeface="微软雅黑"/>
                <a:ea typeface="微软雅黑"/>
                <a:cs typeface="微软雅黑"/>
              </a:defRPr>
            </a:pPr>
            <a:r>
              <a:rPr sz="1013" b="0">
                <a:solidFill>
                  <a:srgbClr val="444444"/>
                </a:solidFill>
                <a:latin typeface="微软雅黑"/>
                <a:ea typeface="微软雅黑"/>
                <a:cs typeface="微软雅黑"/>
              </a:rPr>
              <a:t>绿色框为真实匹配图。三个示例中，真实图由 CCB 的第 98、52、43 名提升到 Agent 的第 4、3、4 名。Agent prior 能将语义匹配目标显著前移。</a:t>
            </a:r>
          </a:p>
        </p:txBody>
      </p:sp>
    </p:spTree>
    <p:extLst>
      <p:ext uri="{BB962C8B-B14F-4D97-AF65-F5344CB8AC3E}">
        <p14:creationId xmlns:p14="http://schemas.microsoft.com/office/powerpoint/2010/main" val="199453352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图片 3"/>
          <p:cNvPicPr>
            <a:picLocks xmlns:a="http://schemas.openxmlformats.org/drawingml/2006/main" noChangeAspect="1"/>
          </p:cNvPicPr>
          <p:nvPr/>
        </p:nvPicPr>
        <p:blipFill>
          <a:blip xmlns:r="http://schemas.openxmlformats.org/officeDocument/2006/relationships" xmlns:a="http://schemas.openxmlformats.org/drawingml/2006/main" r:embed="R3474c26a46624f41"/>
          <a:stretch xmlns:a="http://schemas.openxmlformats.org/drawingml/2006/main">
            <a:fillRect l="0" t="0" r="0" b="0"/>
          </a:stretch>
        </p:blipFill>
        <p:spPr>
          <a:xfrm xmlns:a="http://schemas.openxmlformats.org/drawingml/2006/main">
            <a:off x="8188960" y="45085"/>
            <a:ext cx="807720" cy="881380"/>
          </a:xfrm>
          <a:prstGeom xmlns:a="http://schemas.openxmlformats.org/drawingml/2006/main" prst="rect">
            <a:avLst/>
          </a:prstGeom>
        </p:spPr>
      </p:pic>
      <p:sp>
        <p:nvSpPr>
          <p:cNvPr id="22" name="矩形 21">
            <a:extLst xmlns:a="http://schemas.openxmlformats.org/drawingml/2006/main">
              <a:ext uri="{FF2B5EF4-FFF2-40B4-BE49-F238E27FC236}">
                <a16:creationId xmlns:a16="http://schemas.microsoft.com/office/drawing/2014/main" id="{0A995E13-537C-4592-A446-CD87CBCC7A9E}"/>
              </a:ext>
            </a:extLst>
          </p:cNvPr>
          <p:cNvSpPr>
            <a:spLocks xmlns:a="http://schemas.openxmlformats.org/drawingml/2006/main" noGrp="1"/>
          </p:cNvSpPr>
          <p:nvPr/>
        </p:nvSpPr>
        <p:spPr>
          <a:xfrm xmlns:a="http://schemas.openxmlformats.org/drawingml/2006/main">
            <a:off x="251460" y="685800"/>
            <a:ext cx="685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3333"/>
          </a:bodyPr>
          <a:lstStyle xmlns:a="http://schemas.openxmlformats.org/drawingml/2006/main"/>
          <a:p xmlns:a="http://schemas.openxmlformats.org/drawingml/2006/main">
            <a:pPr>
              <a:lnSpc>
                <a:spcPct val="135000"/>
              </a:lnSpc>
              <a:buNone/>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1.8 论文摘要</a:t>
            </a:r>
          </a:p>
        </p:txBody>
      </p:sp>
      <p:sp>
        <p:nvSpPr>
          <p:cNvPr id="23" name="矩形 22">
            <a:extLst xmlns:a="http://schemas.openxmlformats.org/drawingml/2006/main">
              <a:ext uri="{FF2B5EF4-FFF2-40B4-BE49-F238E27FC236}">
                <a16:creationId xmlns:a16="http://schemas.microsoft.com/office/drawing/2014/main" id="{B603F73E-189D-4B8D-BFF6-FA7DFAE4C585}"/>
              </a:ext>
            </a:extLst>
          </p:cNvPr>
          <p:cNvSpPr>
            <a:spLocks xmlns:a="http://schemas.openxmlformats.org/drawingml/2006/main" noGrp="1"/>
          </p:cNvSpPr>
          <p:nvPr/>
        </p:nvSpPr>
        <p:spPr>
          <a:xfrm xmlns:a="http://schemas.openxmlformats.org/drawingml/2006/main">
            <a:off x="0" y="1095375"/>
            <a:ext cx="7019925" cy="66675"/>
          </a:xfrm>
          <a:prstGeom xmlns:a="http://schemas.openxmlformats.org/drawingml/2006/main" prst="rect">
            <a:avLst/>
          </a:prstGeom>
          <a:solidFill xmlns:a="http://schemas.openxmlformats.org/drawingml/2006/main">
            <a:srgbClr val="0071C8"/>
          </a:solidFill>
          <a:ln xmlns:a="http://schemas.openxmlformats.org/drawingml/2006/main" w="0">
            <a:solidFill>
              <a:srgbClr val="0071C8"/>
            </a:solidFill>
          </a:ln>
        </p:spPr>
      </p:sp>
      <p:sp>
        <p:nvSpPr>
          <p:cNvPr id="24" name="矩形 23">
            <a:extLst xmlns:a="http://schemas.openxmlformats.org/drawingml/2006/main">
              <a:ext uri="{FF2B5EF4-FFF2-40B4-BE49-F238E27FC236}">
                <a16:creationId xmlns:a16="http://schemas.microsoft.com/office/drawing/2014/main" id="{8C3C1DA2-417E-4E89-81F0-3085BB166C8E}"/>
              </a:ext>
            </a:extLst>
          </p:cNvPr>
          <p:cNvSpPr>
            <a:spLocks xmlns:a="http://schemas.openxmlformats.org/drawingml/2006/main" noGrp="1"/>
          </p:cNvSpPr>
          <p:nvPr/>
        </p:nvSpPr>
        <p:spPr>
          <a:xfrm xmlns:a="http://schemas.openxmlformats.org/drawingml/2006/main">
            <a:off x="523875" y="142875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309"/>
          </a:bodyPr>
          <a:lstStyle xmlns:a="http://schemas.openxmlformats.org/drawingml/2006/main"/>
          <a:p xmlns:a="http://schemas.openxmlformats.org/drawingml/2006/main">
            <a:pPr>
              <a:lnSpc>
                <a:spcPct val="135000"/>
              </a:lnSpc>
              <a:buNone/>
              <a:defRPr sz="1500" b="1">
                <a:solidFill>
                  <a:srgbClr val="0070C0"/>
                </a:solidFill>
                <a:latin typeface="微软雅黑"/>
                <a:ea typeface="微软雅黑"/>
                <a:cs typeface="微软雅黑"/>
              </a:defRPr>
            </a:pPr>
            <a:r>
              <a:rPr sz="1500" b="1">
                <a:solidFill>
                  <a:srgbClr val="0070C0"/>
                </a:solidFill>
                <a:latin typeface="微软雅黑"/>
                <a:ea typeface="微软雅黑"/>
                <a:cs typeface="微软雅黑"/>
              </a:rPr>
              <a:t>摘  要</a:t>
            </a:r>
          </a:p>
        </p:txBody>
      </p:sp>
      <p:sp>
        <p:nvSpPr>
          <p:cNvPr id="25" name="矩形 24">
            <a:extLst xmlns:a="http://schemas.openxmlformats.org/drawingml/2006/main">
              <a:ext uri="{FF2B5EF4-FFF2-40B4-BE49-F238E27FC236}">
                <a16:creationId xmlns:a16="http://schemas.microsoft.com/office/drawing/2014/main" id="{A4C820AE-8563-48D0-8ECF-10CC589DBA4B}"/>
              </a:ext>
            </a:extLst>
          </p:cNvPr>
          <p:cNvSpPr>
            <a:spLocks xmlns:a="http://schemas.openxmlformats.org/drawingml/2006/main" noGrp="1"/>
          </p:cNvSpPr>
          <p:nvPr/>
        </p:nvSpPr>
        <p:spPr>
          <a:xfrm xmlns:a="http://schemas.openxmlformats.org/drawingml/2006/main">
            <a:off x="552450" y="1924050"/>
            <a:ext cx="8001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nSpc>
                <a:spcPct val="145000"/>
              </a:lnSpc>
              <a:buNone/>
              <a:defRPr sz="1350" b="0">
                <a:solidFill>
                  <a:srgbClr val="2F2F2F"/>
                </a:solidFill>
                <a:latin typeface="微软雅黑"/>
                <a:ea typeface="微软雅黑"/>
                <a:cs typeface="微软雅黑"/>
              </a:defRPr>
            </a:pPr>
            <a:r>
              <a:rPr sz="1350" b="0">
                <a:solidFill>
                  <a:srgbClr val="2F2F2F"/>
                </a:solidFill>
                <a:latin typeface="微软雅黑"/>
                <a:ea typeface="微软雅黑"/>
                <a:cs typeface="微软雅黑"/>
              </a:rPr>
              <a:t>跨模态遥感图像-文本检索（CMRSITR）旨在实现遥感图像与文本描述之间的双向匹配。得益于大规模预训练视觉-语言模型，CMRSITR近年来取得了显著进展。然而，现有基于提示的方法通常依赖由图像级特征统计导出的静态视觉先验，难以弥合语义稀疏的文本描述与视觉复杂的遥感场景之间的信息不对称，同时基于智能体的推理、领域专用工具增强和面向检索的强化学习在构建更丰富语义先验方面的潜力尚未得到充分探索。为此，本文提出一个工具增强的智能体强化学习框架。首先，考虑到静态视觉先验与查询无关，本文将多模态智能体对图像与查询联合推理的最终隐藏状态蒸馏为查询感知先验。该先验富含查询相关语义，有助于弥合稀疏文本与复杂图像之间的信息不对称。第二，为弥补通用多模态智能体在遥感领域知识上的不足，本文设计了场景分类工具与迭代调用流程，使智能体通过工具回调循环逐步演化分析。第三，我们发现，即便不做任何监督微调（SFT），直接以强化学习对智能体进行冷启动训练，反而比SFT初始化表现更好且成本更低，同时使智能体行为对齐检索目标。在三个公开基准数据集上的实验表明，本文框架相比许多现有CMRSITR方法取得了具有竞争力的性能。</a:t>
            </a:r>
          </a:p>
        </p:txBody>
      </p:sp>
    </p:spTree>
    <p:extLst>
      <p:ext uri="{BB962C8B-B14F-4D97-AF65-F5344CB8AC3E}">
        <p14:creationId xmlns:p14="http://schemas.microsoft.com/office/powerpoint/2010/main" val="199453352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6" name="图片 3"/>
          <p:cNvPicPr>
            <a:picLocks xmlns:a="http://schemas.openxmlformats.org/drawingml/2006/main" noChangeAspect="1"/>
          </p:cNvPicPr>
          <p:nvPr/>
        </p:nvPicPr>
        <p:blipFill>
          <a:blip xmlns:r="http://schemas.openxmlformats.org/officeDocument/2006/relationships" xmlns:a="http://schemas.openxmlformats.org/drawingml/2006/main" r:embed="R4118d7a35c2542d9"/>
          <a:stretch xmlns:a="http://schemas.openxmlformats.org/drawingml/2006/main">
            <a:fillRect l="0" t="0" r="0" b="0"/>
          </a:stretch>
        </p:blipFill>
        <p:spPr>
          <a:xfrm xmlns:a="http://schemas.openxmlformats.org/drawingml/2006/main">
            <a:off x="8188960" y="45085"/>
            <a:ext cx="807720" cy="881380"/>
          </a:xfrm>
          <a:prstGeom xmlns:a="http://schemas.openxmlformats.org/drawingml/2006/main" prst="rect">
            <a:avLst/>
          </a:prstGeom>
        </p:spPr>
      </p:pic>
      <p:sp>
        <p:nvSpPr>
          <p:cNvPr id="22" name="矩形 21">
            <a:extLst xmlns:a="http://schemas.openxmlformats.org/drawingml/2006/main">
              <a:ext uri="{FF2B5EF4-FFF2-40B4-BE49-F238E27FC236}">
                <a16:creationId xmlns:a16="http://schemas.microsoft.com/office/drawing/2014/main" id="{7850612B-5EF6-44A0-B793-F965ED45CD8B}"/>
              </a:ext>
            </a:extLst>
          </p:cNvPr>
          <p:cNvSpPr>
            <a:spLocks xmlns:a="http://schemas.openxmlformats.org/drawingml/2006/main" noGrp="1"/>
          </p:cNvSpPr>
          <p:nvPr/>
        </p:nvSpPr>
        <p:spPr>
          <a:xfrm xmlns:a="http://schemas.openxmlformats.org/drawingml/2006/main">
            <a:off x="251460" y="685800"/>
            <a:ext cx="685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0000"/>
                </a:solidFill>
                <a:latin typeface="微软雅黑"/>
                <a:ea typeface="微软雅黑"/>
                <a:cs typeface="微软雅黑"/>
              </a:defRPr>
            </a:pPr>
            <a:r>
              <a:rPr sz="1800" b="1">
                <a:solidFill>
                  <a:srgbClr val="000000"/>
                </a:solidFill>
                <a:latin typeface="微软雅黑"/>
                <a:ea typeface="微软雅黑"/>
                <a:cs typeface="微软雅黑"/>
              </a:rPr>
              <a:t>1.9 实验部分写作分析</a:t>
            </a:r>
          </a:p>
        </p:txBody>
      </p:sp>
      <p:sp>
        <p:nvSpPr>
          <p:cNvPr id="23" name="矩形 22">
            <a:extLst xmlns:a="http://schemas.openxmlformats.org/drawingml/2006/main">
              <a:ext uri="{FF2B5EF4-FFF2-40B4-BE49-F238E27FC236}">
                <a16:creationId xmlns:a16="http://schemas.microsoft.com/office/drawing/2014/main" id="{2FFF72F9-C9B4-4AAA-8EDA-EB32FA28A5A3}"/>
              </a:ext>
            </a:extLst>
          </p:cNvPr>
          <p:cNvSpPr>
            <a:spLocks xmlns:a="http://schemas.openxmlformats.org/drawingml/2006/main" noGrp="1"/>
          </p:cNvSpPr>
          <p:nvPr/>
        </p:nvSpPr>
        <p:spPr>
          <a:xfrm xmlns:a="http://schemas.openxmlformats.org/drawingml/2006/main">
            <a:off x="0" y="1095375"/>
            <a:ext cx="7019925" cy="66675"/>
          </a:xfrm>
          <a:prstGeom xmlns:a="http://schemas.openxmlformats.org/drawingml/2006/main" prst="rect">
            <a:avLst/>
          </a:prstGeom>
          <a:solidFill xmlns:a="http://schemas.openxmlformats.org/drawingml/2006/main">
            <a:srgbClr val="0071C8"/>
          </a:solidFill>
          <a:ln xmlns:a="http://schemas.openxmlformats.org/drawingml/2006/main" w="0">
            <a:solidFill>
              <a:srgbClr val="0071C8"/>
            </a:solidFill>
          </a:ln>
        </p:spPr>
      </p:sp>
      <p:pic>
        <p:nvPicPr>
          <p:cNvPr id="29" name="图片 28"/>
          <p:cNvPicPr>
            <a:picLocks xmlns:a="http://schemas.openxmlformats.org/drawingml/2006/main" noChangeAspect="1"/>
          </p:cNvPicPr>
          <p:nvPr/>
        </p:nvPicPr>
        <p:blipFill>
          <a:blip xmlns:r="http://schemas.openxmlformats.org/officeDocument/2006/relationships" xmlns:a="http://schemas.openxmlformats.org/drawingml/2006/main" r:embed="R739907f903754634"/>
          <a:stretch xmlns:a="http://schemas.openxmlformats.org/drawingml/2006/main"/>
        </p:blipFill>
        <p:spPr>
          <a:xfrm xmlns:a="http://schemas.openxmlformats.org/drawingml/2006/main">
            <a:off x="234462" y="1304925"/>
            <a:ext cx="8675077" cy="5286375"/>
          </a:xfrm>
          <a:prstGeom xmlns:a="http://schemas.openxmlformats.org/drawingml/2006/main" prst="rect">
            <a:avLst/>
          </a:prstGeom>
        </p:spPr>
      </p:pic>
    </p:spTree>
    <p:extLst>
      <p:ext uri="{BB962C8B-B14F-4D97-AF65-F5344CB8AC3E}">
        <p14:creationId xmlns:p14="http://schemas.microsoft.com/office/powerpoint/2010/main" val="1994533523"/>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2" name="TextBox 21">
            <a:extLst xmlns:a="http://schemas.openxmlformats.org/drawingml/2006/main">
              <a:ext uri="{FF2B5EF4-FFF2-40B4-BE49-F238E27FC236}">
                <a16:creationId xmlns:a16="http://schemas.microsoft.com/office/drawing/2014/main" id="{5BE141B5-B384-4363-9E76-B6DA4656D45F}"/>
              </a:ext>
            </a:extLst>
          </p:cNvPr>
          <p:cNvSpPr>
            <a:spLocks xmlns:a="http://schemas.openxmlformats.org/drawingml/2006/main" noGrp="1"/>
          </p:cNvSpPr>
          <p:nvPr/>
        </p:nvSpPr>
        <p:spPr>
          <a:xfrm xmlns:a="http://schemas.openxmlformats.org/drawingml/2006/main">
            <a:off x="64674" y="1561384"/>
            <a:ext cx="2553529" cy="1292688"/>
          </a:xfrm>
          <a:prstGeom xmlns:a="http://schemas.openxmlformats.org/drawingml/2006/main" prst="rect">
            <a:avLst/>
          </a:prstGeom>
          <a:noFill xmlns:a="http://schemas.openxmlformats.org/drawingml/2006/main"/>
        </p:spPr>
        <p:txBody>
          <a:bodyPr xmlns:a="http://schemas.openxmlformats.org/drawingml/2006/main" wrap="square" lIns="121948" tIns="60973" rIns="121948" bIns="60973">
            <a:spAutoFit/>
          </a:bodyPr>
          <a:lstStyle xmlns:a="http://schemas.openxmlformats.org/drawingml/2006/main"/>
          <a:p xmlns:a="http://schemas.openxmlformats.org/drawingml/2006/main">
            <a:pPr algn="r">
              <a:buFont typeface="Arial"/>
              <a:buNone/>
            </a:pPr>
            <a:r>
              <a:rPr sz="3600" b="1" spc="200">
                <a:solidFill>
                  <a:srgbClr val="0070C0"/>
                </a:solidFill>
                <a:latin typeface="微软雅黑"/>
                <a:ea typeface="微软雅黑"/>
                <a:cs typeface="微软雅黑"/>
              </a:rPr>
              <a:t>目录</a:t>
            </a:r>
            <a:r>
              <a:rPr sz="4800" b="1" spc="200">
                <a:solidFill>
                  <a:srgbClr val="0070C0"/>
                </a:solidFill>
                <a:latin typeface="微软雅黑"/>
                <a:ea typeface="微软雅黑"/>
                <a:cs typeface="微软雅黑"/>
              </a:rPr>
              <a:t> </a:t>
            </a:r>
          </a:p>
          <a:p xmlns:a="http://schemas.openxmlformats.org/drawingml/2006/main">
            <a:pPr algn="r">
              <a:buFont typeface="Arial"/>
              <a:buNone/>
            </a:pPr>
            <a:r>
              <a:rPr sz="2800" b="1" spc="200">
                <a:solidFill>
                  <a:srgbClr val="0070C0"/>
                </a:solidFill>
                <a:latin typeface="微软雅黑"/>
                <a:ea typeface="微软雅黑"/>
                <a:cs typeface="微软雅黑"/>
              </a:rPr>
              <a:t>CONTENTS</a:t>
            </a:r>
          </a:p>
        </p:txBody>
      </p:sp>
      <p:sp>
        <p:nvSpPr>
          <p:cNvPr id="458" name="文本框 457">
            <a:extLst xmlns:a="http://schemas.openxmlformats.org/drawingml/2006/main">
              <a:ext uri="{FF2B5EF4-FFF2-40B4-BE49-F238E27FC236}">
                <a16:creationId xmlns:a16="http://schemas.microsoft.com/office/drawing/2014/main" id="{871EF836-561E-49D8-95A6-37005C745A9E}"/>
              </a:ext>
            </a:extLst>
          </p:cNvPr>
          <p:cNvSpPr>
            <a:spLocks xmlns:a="http://schemas.openxmlformats.org/drawingml/2006/main" noGrp="1"/>
          </p:cNvSpPr>
          <p:nvPr/>
        </p:nvSpPr>
        <p:spPr>
          <a:xfrm xmlns:a="http://schemas.openxmlformats.org/drawingml/2006/main">
            <a:off x="160341" y="117475"/>
            <a:ext cx="1366837" cy="437515"/>
          </a:xfrm>
          <a:prstGeom xmlns:a="http://schemas.openxmlformats.org/drawingml/2006/main" prst="rect">
            <a:avLst/>
          </a:prstGeom>
          <a:noFill xmlns:a="http://schemas.openxmlformats.org/drawingml/2006/main"/>
        </p:spPr>
        <p:txBody>
          <a:bodyPr xmlns:a="http://schemas.openxmlformats.org/drawingml/2006/main">
            <a:spAutoFit/>
          </a:bodyPr>
          <a:lstStyle xmlns:a="http://schemas.openxmlformats.org/drawingml/2006/main"/>
          <a:p xmlns:a="http://schemas.openxmlformats.org/drawingml/2006/main">
            <a:pPr algn="ctr">
              <a:buFont typeface="Arial"/>
              <a:buNone/>
            </a:pPr>
            <a:r>
              <a:rPr sz="2250" b="1">
                <a:solidFill>
                  <a:schemeClr val="bg1"/>
                </a:solidFill>
                <a:latin typeface="微软雅黑"/>
                <a:ea typeface="微软雅黑"/>
                <a:cs typeface="微软雅黑"/>
              </a:rPr>
              <a:t>南通学</a:t>
            </a:r>
          </a:p>
        </p:txBody>
      </p:sp>
      <p:sp>
        <p:nvSpPr>
          <p:cNvPr id="459" name="直接连接符 458">
            <a:extLst xmlns:a="http://schemas.openxmlformats.org/drawingml/2006/main">
              <a:ext uri="{FF2B5EF4-FFF2-40B4-BE49-F238E27FC236}">
                <a16:creationId xmlns:a16="http://schemas.microsoft.com/office/drawing/2014/main" id="{F99204F0-A1D3-470A-B30E-982630A2EE20}"/>
              </a:ext>
            </a:extLst>
          </p:cNvPr>
          <p:cNvSpPr>
            <a:spLocks xmlns:a="http://schemas.openxmlformats.org/drawingml/2006/main" noGrp="1"/>
          </p:cNvSpPr>
          <p:nvPr/>
        </p:nvSpPr>
        <p:spPr>
          <a:xfrm xmlns:a="http://schemas.openxmlformats.org/drawingml/2006/main">
            <a:off x="315922" y="617539"/>
            <a:ext cx="1063625" cy="0"/>
          </a:xfrm>
          <a:prstGeom xmlns:a="http://schemas.openxmlformats.org/drawingml/2006/main" prst="line">
            <a:avLst/>
          </a:prstGeom>
          <a:ln xmlns:a="http://schemas.openxmlformats.org/drawingml/2006/main">
            <a:solidFill>
              <a:schemeClr val="bg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0" name="圆角矩形 69">
            <a:extLst xmlns:a="http://schemas.openxmlformats.org/drawingml/2006/main">
              <a:ext uri="{FF2B5EF4-FFF2-40B4-BE49-F238E27FC236}">
                <a16:creationId xmlns:a16="http://schemas.microsoft.com/office/drawing/2014/main" id="{6E6CE860-52D6-4709-9787-D0143C7A83F9}"/>
              </a:ext>
            </a:extLst>
          </p:cNvPr>
          <p:cNvSpPr>
            <a:spLocks xmlns:a="http://schemas.openxmlformats.org/drawingml/2006/main" noGrp="1"/>
          </p:cNvSpPr>
          <p:nvPr/>
        </p:nvSpPr>
        <p:spPr>
          <a:xfrm xmlns:a="http://schemas.openxmlformats.org/drawingml/2006/main">
            <a:off x="3459039" y="1298645"/>
            <a:ext cx="512763" cy="511175"/>
          </a:xfrm>
          <a:prstGeom xmlns:a="http://schemas.openxmlformats.org/drawingml/2006/main" prst="roundRect">
            <a:avLst/>
          </a:prstGeom>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lIns="121960" tIns="60980" rIns="121960" bIns="60980" anchor="ctr"/>
          <a:lstStyle xmlns:a="http://schemas.openxmlformats.org/drawingml/2006/main"/>
          <a:p xmlns:a="http://schemas.openxmlformats.org/drawingml/2006/main">
            <a:pPr algn="ctr">
              <a:buFont typeface="Arial"/>
              <a:buNone/>
            </a:pPr>
            <a:r>
              <a:rPr sz="3600">
                <a:latin typeface="Times New Roman"/>
                <a:ea typeface="Times New Roman"/>
                <a:cs typeface="Times New Roman"/>
              </a:rPr>
              <a:t>1</a:t>
            </a:r>
          </a:p>
        </p:txBody>
      </p:sp>
      <p:sp>
        <p:nvSpPr>
          <p:cNvPr id="73" name="圆角矩形 72">
            <a:extLst xmlns:a="http://schemas.openxmlformats.org/drawingml/2006/main">
              <a:ext uri="{FF2B5EF4-FFF2-40B4-BE49-F238E27FC236}">
                <a16:creationId xmlns:a16="http://schemas.microsoft.com/office/drawing/2014/main" id="{D7A5CB2E-1777-4CF4-AAA3-714278E1EC5B}"/>
              </a:ext>
            </a:extLst>
          </p:cNvPr>
          <p:cNvSpPr>
            <a:spLocks xmlns:a="http://schemas.openxmlformats.org/drawingml/2006/main" noGrp="1"/>
          </p:cNvSpPr>
          <p:nvPr/>
        </p:nvSpPr>
        <p:spPr>
          <a:xfrm xmlns:a="http://schemas.openxmlformats.org/drawingml/2006/main">
            <a:off x="4358801" y="1287870"/>
            <a:ext cx="4698872" cy="511174"/>
          </a:xfrm>
          <a:prstGeom xmlns:a="http://schemas.openxmlformats.org/drawingml/2006/main" prst="roundRect">
            <a:avLst/>
          </a:prstGeom>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lIns="121960" tIns="60980" rIns="121960" bIns="60980" anchor="ctr"/>
          <a:lstStyle xmlns:a="http://schemas.openxmlformats.org/drawingml/2006/main"/>
          <a:p xmlns:a="http://schemas.openxmlformats.org/drawingml/2006/main">
            <a:pPr algn="ctr">
              <a:buFont typeface="Arial"/>
              <a:buNone/>
            </a:pPr>
            <a:endParaRPr sz="3600">
              <a:latin typeface="+mj-lt"/>
              <a:ea typeface="+mj-lt"/>
              <a:cs typeface="+mj-lt"/>
            </a:endParaRPr>
          </a:p>
        </p:txBody>
      </p:sp>
      <p:sp>
        <p:nvSpPr>
          <p:cNvPr id="7197" name="矩形 31">
            <a:extLst xmlns:a="http://schemas.openxmlformats.org/drawingml/2006/main">
              <a:ext uri="{FF2B5EF4-FFF2-40B4-BE49-F238E27FC236}">
                <a16:creationId xmlns:a16="http://schemas.microsoft.com/office/drawing/2014/main" id="{DA0535FD-D293-44A7-94F6-E9CEDC47BAB0}"/>
              </a:ext>
            </a:extLst>
          </p:cNvPr>
          <p:cNvSpPr>
            <a:spLocks xmlns:a="http://schemas.openxmlformats.org/drawingml/2006/main" noGrp="1"/>
          </p:cNvSpPr>
          <p:nvPr/>
        </p:nvSpPr>
        <p:spPr>
          <a:xfrm xmlns:a="http://schemas.openxmlformats.org/drawingml/2006/main">
            <a:off x="4470201" y="1315904"/>
            <a:ext cx="3239971" cy="429260"/>
          </a:xfrm>
          <a:prstGeom xmlns:a="http://schemas.openxmlformats.org/drawingml/2006/main" prst="rect">
            <a:avLst/>
          </a:prstGeom>
          <a:noFill xmlns:a="http://schemas.openxmlformats.org/drawingml/2006/main"/>
          <a:ln xmlns:a="http://schemas.openxmlformats.org/drawingml/2006/main" w="9525">
            <a:noFill/>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wrap="square" lIns="121960" tIns="60980" rIns="121960" bIns="60980">
            <a:spAutoFit/>
          </a:bodyPr>
          <a:lstStyle xmlns:a="http://schemas.openxmlformats.org/drawingml/2006/main">
            <a:lvl1pPr>
              <a:spcBef>
                <a:spcPct val="20000"/>
              </a:spcBef>
              <a:buChar char="•"/>
              <a:defRPr sz="3200">
                <a:solidFill>
                  <a:schemeClr val="tx1"/>
                </a:solidFill>
                <a:latin typeface="Arial"/>
                <a:ea typeface="Arial"/>
                <a:cs typeface="Arial"/>
              </a:defRPr>
            </a:lvl1pPr>
            <a:lvl2pPr marL="742950" indent="-285750">
              <a:spcBef>
                <a:spcPct val="20000"/>
              </a:spcBef>
              <a:buChar char="–"/>
              <a:defRPr sz="2800">
                <a:solidFill>
                  <a:schemeClr val="tx1"/>
                </a:solidFill>
                <a:latin typeface="Arial"/>
                <a:ea typeface="Arial"/>
                <a:cs typeface="Arial"/>
              </a:defRPr>
            </a:lvl2pPr>
            <a:lvl3pPr marL="1143000" indent="-228600">
              <a:spcBef>
                <a:spcPct val="20000"/>
              </a:spcBef>
              <a:buChar char="•"/>
              <a:defRPr sz="2400">
                <a:solidFill>
                  <a:schemeClr val="tx1"/>
                </a:solidFill>
                <a:latin typeface="Arial"/>
                <a:ea typeface="Arial"/>
                <a:cs typeface="Arial"/>
              </a:defRPr>
            </a:lvl3pPr>
            <a:lvl4pPr marL="1600200" indent="-228600">
              <a:spcBef>
                <a:spcPct val="20000"/>
              </a:spcBef>
              <a:buChar char="–"/>
              <a:defRPr sz="2000">
                <a:solidFill>
                  <a:schemeClr val="tx1"/>
                </a:solidFill>
                <a:latin typeface="Arial"/>
                <a:ea typeface="Arial"/>
                <a:cs typeface="Arial"/>
              </a:defRPr>
            </a:lvl4pPr>
            <a:lvl5pPr marL="2057400" indent="-228600">
              <a:spcBef>
                <a:spcPct val="20000"/>
              </a:spcBef>
              <a:buChar char="»"/>
              <a:defRPr sz="2000">
                <a:solidFill>
                  <a:schemeClr val="tx1"/>
                </a:solidFill>
                <a:latin typeface="Arial"/>
                <a:ea typeface="Arial"/>
                <a:cs typeface="Arial"/>
              </a:defRPr>
            </a:lvl5pPr>
            <a:lvl6pPr marL="2514600" indent="-228600">
              <a:spcBef>
                <a:spcPct val="20000"/>
              </a:spcBef>
              <a:spcAft>
                <a:spcPct val="0"/>
              </a:spcAft>
              <a:buChar char="»"/>
              <a:defRPr sz="2000">
                <a:solidFill>
                  <a:schemeClr val="tx1"/>
                </a:solidFill>
                <a:latin typeface="Arial"/>
                <a:ea typeface="Arial"/>
                <a:cs typeface="Arial"/>
              </a:defRPr>
            </a:lvl6pPr>
            <a:lvl7pPr marL="2971800" indent="-228600">
              <a:spcBef>
                <a:spcPct val="20000"/>
              </a:spcBef>
              <a:spcAft>
                <a:spcPct val="0"/>
              </a:spcAft>
              <a:buChar char="»"/>
              <a:defRPr sz="2000">
                <a:solidFill>
                  <a:schemeClr val="tx1"/>
                </a:solidFill>
                <a:latin typeface="Arial"/>
                <a:ea typeface="Arial"/>
                <a:cs typeface="Arial"/>
              </a:defRPr>
            </a:lvl7pPr>
            <a:lvl8pPr marL="3429000" indent="-228600">
              <a:spcBef>
                <a:spcPct val="20000"/>
              </a:spcBef>
              <a:spcAft>
                <a:spcPct val="0"/>
              </a:spcAft>
              <a:buChar char="»"/>
              <a:defRPr sz="2000">
                <a:solidFill>
                  <a:schemeClr val="tx1"/>
                </a:solidFill>
                <a:latin typeface="Arial"/>
                <a:ea typeface="Arial"/>
                <a:cs typeface="Arial"/>
              </a:defRPr>
            </a:lvl8pPr>
            <a:lvl9pPr marL="3886200" indent="-228600">
              <a:spcBef>
                <a:spcPct val="20000"/>
              </a:spcBef>
              <a:spcAft>
                <a:spcPct val="0"/>
              </a:spcAft>
              <a:buChar char="»"/>
              <a:defRPr sz="2000">
                <a:solidFill>
                  <a:schemeClr val="tx1"/>
                </a:solidFill>
                <a:latin typeface="Arial"/>
                <a:ea typeface="Arial"/>
                <a:cs typeface="Arial"/>
              </a:defRPr>
            </a:lvl9pPr>
          </a:lstStyle>
          <a:p xmlns:a="http://schemas.openxmlformats.org/drawingml/2006/main">
            <a:pPr>
              <a:spcBef>
                <a:spcPct val="0"/>
              </a:spcBef>
              <a:buFontTx/>
              <a:buNone/>
            </a:pPr>
            <a:r>
              <a:rPr sz="2000" b="1">
                <a:solidFill>
                  <a:schemeClr val="tx1"/>
                </a:solidFill>
                <a:latin typeface="微软雅黑"/>
                <a:ea typeface="微软雅黑"/>
                <a:cs typeface="微软雅黑"/>
              </a:rPr>
              <a:t>工作进展</a:t>
            </a:r>
          </a:p>
        </p:txBody>
      </p:sp>
      <p:sp>
        <p:nvSpPr>
          <p:cNvPr id="80" name="圆角矩形 79">
            <a:extLst xmlns:a="http://schemas.openxmlformats.org/drawingml/2006/main">
              <a:ext uri="{FF2B5EF4-FFF2-40B4-BE49-F238E27FC236}">
                <a16:creationId xmlns:a16="http://schemas.microsoft.com/office/drawing/2014/main" id="{EA95867D-AF58-4E79-A63A-8FC0CB2282C9}"/>
              </a:ext>
            </a:extLst>
          </p:cNvPr>
          <p:cNvSpPr>
            <a:spLocks xmlns:a="http://schemas.openxmlformats.org/drawingml/2006/main" noGrp="1"/>
          </p:cNvSpPr>
          <p:nvPr/>
        </p:nvSpPr>
        <p:spPr>
          <a:xfrm xmlns:a="http://schemas.openxmlformats.org/drawingml/2006/main">
            <a:off x="4358801" y="2098670"/>
            <a:ext cx="4698871" cy="511174"/>
          </a:xfrm>
          <a:prstGeom xmlns:a="http://schemas.openxmlformats.org/drawingml/2006/main" prst="roundRect">
            <a:avLst/>
          </a:prstGeom>
          <a:solidFill xmlns:a="http://schemas.openxmlformats.org/drawingml/2006/main">
            <a:srgbClr val="0070C0"/>
          </a:solidFill>
          <a:ln xmlns:a="http://schemas.openxmlformats.org/drawingml/2006/main">
            <a:noFill/>
          </a:ln>
          <a:effectLst xmlns:a="http://schemas.openxmlformats.org/drawingml/2006/main">
            <a:outerShdw blurRad="50800" dist="38100" dir="5400000" algn="t"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121960" tIns="60980" rIns="121960" bIns="60980" anchor="ctr"/>
          <a:lstStyle xmlns:a="http://schemas.openxmlformats.org/drawingml/2006/main"/>
          <a:p xmlns:a="http://schemas.openxmlformats.org/drawingml/2006/main">
            <a:pPr algn="ctr">
              <a:buFont typeface="Arial"/>
              <a:buNone/>
            </a:pPr>
            <a:endParaRPr sz="3600">
              <a:latin typeface="+mj-lt"/>
              <a:ea typeface="+mj-lt"/>
              <a:cs typeface="+mj-lt"/>
            </a:endParaRPr>
          </a:p>
        </p:txBody>
      </p:sp>
      <p:sp>
        <p:nvSpPr>
          <p:cNvPr id="7193" name="矩形 36">
            <a:extLst xmlns:a="http://schemas.openxmlformats.org/drawingml/2006/main">
              <a:ext uri="{FF2B5EF4-FFF2-40B4-BE49-F238E27FC236}">
                <a16:creationId xmlns:a16="http://schemas.microsoft.com/office/drawing/2014/main" id="{9C7BC89D-BA6C-49B3-9A73-1465025DC47F}"/>
              </a:ext>
            </a:extLst>
          </p:cNvPr>
          <p:cNvSpPr>
            <a:spLocks xmlns:a="http://schemas.openxmlformats.org/drawingml/2006/main" noGrp="1"/>
          </p:cNvSpPr>
          <p:nvPr/>
        </p:nvSpPr>
        <p:spPr>
          <a:xfrm xmlns:a="http://schemas.openxmlformats.org/drawingml/2006/main">
            <a:off x="4496964" y="2131872"/>
            <a:ext cx="4824332" cy="42925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121960" tIns="60980" rIns="121960" bIns="60980">
            <a:spAutoFit/>
          </a:bodyPr>
          <a:lstStyle xmlns:a="http://schemas.openxmlformats.org/drawingml/2006/main">
            <a:lvl1pPr>
              <a:spcBef>
                <a:spcPct val="20000"/>
              </a:spcBef>
              <a:buChar char="•"/>
              <a:defRPr sz="3200">
                <a:solidFill>
                  <a:schemeClr val="tx1"/>
                </a:solidFill>
                <a:latin typeface="Arial"/>
                <a:ea typeface="Arial"/>
                <a:cs typeface="Arial"/>
              </a:defRPr>
            </a:lvl1pPr>
            <a:lvl2pPr marL="742950" indent="-285750">
              <a:spcBef>
                <a:spcPct val="20000"/>
              </a:spcBef>
              <a:buChar char="–"/>
              <a:defRPr sz="2800">
                <a:solidFill>
                  <a:schemeClr val="tx1"/>
                </a:solidFill>
                <a:latin typeface="Arial"/>
                <a:ea typeface="Arial"/>
                <a:cs typeface="Arial"/>
              </a:defRPr>
            </a:lvl2pPr>
            <a:lvl3pPr marL="1143000" indent="-228600">
              <a:spcBef>
                <a:spcPct val="20000"/>
              </a:spcBef>
              <a:buChar char="•"/>
              <a:defRPr sz="2400">
                <a:solidFill>
                  <a:schemeClr val="tx1"/>
                </a:solidFill>
                <a:latin typeface="Arial"/>
                <a:ea typeface="Arial"/>
                <a:cs typeface="Arial"/>
              </a:defRPr>
            </a:lvl3pPr>
            <a:lvl4pPr marL="1600200" indent="-228600">
              <a:spcBef>
                <a:spcPct val="20000"/>
              </a:spcBef>
              <a:buChar char="–"/>
              <a:defRPr sz="2000">
                <a:solidFill>
                  <a:schemeClr val="tx1"/>
                </a:solidFill>
                <a:latin typeface="Arial"/>
                <a:ea typeface="Arial"/>
                <a:cs typeface="Arial"/>
              </a:defRPr>
            </a:lvl4pPr>
            <a:lvl5pPr marL="2057400" indent="-228600">
              <a:spcBef>
                <a:spcPct val="20000"/>
              </a:spcBef>
              <a:buChar char="»"/>
              <a:defRPr sz="2000">
                <a:solidFill>
                  <a:schemeClr val="tx1"/>
                </a:solidFill>
                <a:latin typeface="Arial"/>
                <a:ea typeface="Arial"/>
                <a:cs typeface="Arial"/>
              </a:defRPr>
            </a:lvl5pPr>
            <a:lvl6pPr marL="2514600" indent="-228600">
              <a:spcBef>
                <a:spcPct val="20000"/>
              </a:spcBef>
              <a:spcAft>
                <a:spcPct val="0"/>
              </a:spcAft>
              <a:buChar char="»"/>
              <a:defRPr sz="2000">
                <a:solidFill>
                  <a:schemeClr val="tx1"/>
                </a:solidFill>
                <a:latin typeface="Arial"/>
                <a:ea typeface="Arial"/>
                <a:cs typeface="Arial"/>
              </a:defRPr>
            </a:lvl6pPr>
            <a:lvl7pPr marL="2971800" indent="-228600">
              <a:spcBef>
                <a:spcPct val="20000"/>
              </a:spcBef>
              <a:spcAft>
                <a:spcPct val="0"/>
              </a:spcAft>
              <a:buChar char="»"/>
              <a:defRPr sz="2000">
                <a:solidFill>
                  <a:schemeClr val="tx1"/>
                </a:solidFill>
                <a:latin typeface="Arial"/>
                <a:ea typeface="Arial"/>
                <a:cs typeface="Arial"/>
              </a:defRPr>
            </a:lvl7pPr>
            <a:lvl8pPr marL="3429000" indent="-228600">
              <a:spcBef>
                <a:spcPct val="20000"/>
              </a:spcBef>
              <a:spcAft>
                <a:spcPct val="0"/>
              </a:spcAft>
              <a:buChar char="»"/>
              <a:defRPr sz="2000">
                <a:solidFill>
                  <a:schemeClr val="tx1"/>
                </a:solidFill>
                <a:latin typeface="Arial"/>
                <a:ea typeface="Arial"/>
                <a:cs typeface="Arial"/>
              </a:defRPr>
            </a:lvl8pPr>
            <a:lvl9pPr marL="3886200" indent="-228600">
              <a:spcBef>
                <a:spcPct val="20000"/>
              </a:spcBef>
              <a:spcAft>
                <a:spcPct val="0"/>
              </a:spcAft>
              <a:buChar char="»"/>
              <a:defRPr sz="2000">
                <a:solidFill>
                  <a:schemeClr val="tx1"/>
                </a:solidFill>
                <a:latin typeface="Arial"/>
                <a:ea typeface="Arial"/>
                <a:cs typeface="Arial"/>
              </a:defRPr>
            </a:lvl9pPr>
          </a:lstStyle>
          <a:p xmlns:a="http://schemas.openxmlformats.org/drawingml/2006/main">
            <a:pPr>
              <a:spcBef>
                <a:spcPct val="0"/>
              </a:spcBef>
              <a:buFontTx/>
              <a:buNone/>
            </a:pPr>
            <a:r>
              <a:rPr sz="2000" b="1">
                <a:solidFill>
                  <a:schemeClr val="bg1"/>
                </a:solidFill>
                <a:latin typeface="微软雅黑"/>
                <a:ea typeface="微软雅黑"/>
                <a:cs typeface="微软雅黑"/>
              </a:rPr>
              <a:t>下阶段计划</a:t>
            </a:r>
          </a:p>
        </p:txBody>
      </p:sp>
      <p:sp>
        <p:nvSpPr>
          <p:cNvPr id="83" name="圆角矩形 82">
            <a:extLst xmlns:a="http://schemas.openxmlformats.org/drawingml/2006/main">
              <a:ext uri="{FF2B5EF4-FFF2-40B4-BE49-F238E27FC236}">
                <a16:creationId xmlns:a16="http://schemas.microsoft.com/office/drawing/2014/main" id="{EC314FE2-13B6-4292-803E-EA16A0C70273}"/>
              </a:ext>
            </a:extLst>
          </p:cNvPr>
          <p:cNvSpPr>
            <a:spLocks xmlns:a="http://schemas.openxmlformats.org/drawingml/2006/main" noGrp="1"/>
          </p:cNvSpPr>
          <p:nvPr/>
        </p:nvSpPr>
        <p:spPr>
          <a:xfrm xmlns:a="http://schemas.openxmlformats.org/drawingml/2006/main">
            <a:off x="3456264" y="2098662"/>
            <a:ext cx="512763" cy="511175"/>
          </a:xfrm>
          <a:prstGeom xmlns:a="http://schemas.openxmlformats.org/drawingml/2006/main" prst="roundRect">
            <a:avLst/>
          </a:prstGeom>
          <a:solidFill xmlns:a="http://schemas.openxmlformats.org/drawingml/2006/main">
            <a:srgbClr val="0070C0"/>
          </a:solidFill>
          <a:ln xmlns:a="http://schemas.openxmlformats.org/drawingml/2006/main">
            <a:noFill/>
          </a:ln>
          <a:effectLst xmlns:a="http://schemas.openxmlformats.org/drawingml/2006/main">
            <a:outerShdw blurRad="50800" dist="38100" dir="5400000" algn="t"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121960" tIns="60980" rIns="121960" bIns="60980" anchor="ctr"/>
          <a:lstStyle xmlns:a="http://schemas.openxmlformats.org/drawingml/2006/main"/>
          <a:p xmlns:a="http://schemas.openxmlformats.org/drawingml/2006/main">
            <a:pPr algn="ctr">
              <a:buFont typeface="Arial"/>
              <a:buNone/>
            </a:pPr>
            <a:r>
              <a:rPr sz="3600">
                <a:latin typeface="Times New Roman"/>
                <a:ea typeface="Times New Roman"/>
                <a:cs typeface="Times New Roman"/>
              </a:rPr>
              <a:t>2</a:t>
            </a:r>
          </a:p>
        </p:txBody>
      </p:sp>
      <p:sp>
        <p:nvSpPr>
          <p:cNvPr id="7187" name="灯片编号占位符 1">
            <a:extLst xmlns:a="http://schemas.openxmlformats.org/drawingml/2006/main">
              <a:ext uri="{FF2B5EF4-FFF2-40B4-BE49-F238E27FC236}">
                <a16:creationId xmlns:a16="http://schemas.microsoft.com/office/drawing/2014/main" id="{96825A8D-00D5-4D02-BE63-23D95261849D}"/>
              </a:ext>
            </a:extLst>
          </p:cNvPr>
          <p:cNvSpPr>
            <a:spLocks xmlns:a="http://schemas.openxmlformats.org/drawingml/2006/main" noGrp="1"/>
          </p:cNvSpPr>
          <p:nvPr>
            <p:ph type="sldNum" idx="12"/>
          </p:nvPr>
        </p:nvSpPr>
        <p:spPr>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spcBef>
                <a:spcPct val="20000"/>
              </a:spcBef>
              <a:buChar char="•"/>
              <a:defRPr sz="3200">
                <a:solidFill>
                  <a:schemeClr val="tx1"/>
                </a:solidFill>
                <a:latin typeface="Arial"/>
                <a:ea typeface="Arial"/>
                <a:cs typeface="Arial"/>
              </a:defRPr>
            </a:lvl1pPr>
            <a:lvl2pPr marL="742950" indent="-285750">
              <a:spcBef>
                <a:spcPct val="20000"/>
              </a:spcBef>
              <a:buChar char="–"/>
              <a:defRPr sz="2800">
                <a:solidFill>
                  <a:schemeClr val="tx1"/>
                </a:solidFill>
                <a:latin typeface="Arial"/>
                <a:ea typeface="Arial"/>
                <a:cs typeface="Arial"/>
              </a:defRPr>
            </a:lvl2pPr>
            <a:lvl3pPr marL="1143000" indent="-228600">
              <a:spcBef>
                <a:spcPct val="20000"/>
              </a:spcBef>
              <a:buChar char="•"/>
              <a:defRPr sz="2400">
                <a:solidFill>
                  <a:schemeClr val="tx1"/>
                </a:solidFill>
                <a:latin typeface="Arial"/>
                <a:ea typeface="Arial"/>
                <a:cs typeface="Arial"/>
              </a:defRPr>
            </a:lvl3pPr>
            <a:lvl4pPr marL="1600200" indent="-228600">
              <a:spcBef>
                <a:spcPct val="20000"/>
              </a:spcBef>
              <a:buChar char="–"/>
              <a:defRPr sz="2000">
                <a:solidFill>
                  <a:schemeClr val="tx1"/>
                </a:solidFill>
                <a:latin typeface="Arial"/>
                <a:ea typeface="Arial"/>
                <a:cs typeface="Arial"/>
              </a:defRPr>
            </a:lvl4pPr>
            <a:lvl5pPr marL="2057400" indent="-228600">
              <a:spcBef>
                <a:spcPct val="20000"/>
              </a:spcBef>
              <a:buChar char="»"/>
              <a:defRPr sz="2000">
                <a:solidFill>
                  <a:schemeClr val="tx1"/>
                </a:solidFill>
                <a:latin typeface="Arial"/>
                <a:ea typeface="Arial"/>
                <a:cs typeface="Arial"/>
              </a:defRPr>
            </a:lvl5pPr>
            <a:lvl6pPr marL="2514600" indent="-228600">
              <a:spcBef>
                <a:spcPct val="20000"/>
              </a:spcBef>
              <a:spcAft>
                <a:spcPct val="0"/>
              </a:spcAft>
              <a:buChar char="»"/>
              <a:defRPr sz="2000">
                <a:solidFill>
                  <a:schemeClr val="tx1"/>
                </a:solidFill>
                <a:latin typeface="Arial"/>
                <a:ea typeface="Arial"/>
                <a:cs typeface="Arial"/>
              </a:defRPr>
            </a:lvl6pPr>
            <a:lvl7pPr marL="2971800" indent="-228600">
              <a:spcBef>
                <a:spcPct val="20000"/>
              </a:spcBef>
              <a:spcAft>
                <a:spcPct val="0"/>
              </a:spcAft>
              <a:buChar char="»"/>
              <a:defRPr sz="2000">
                <a:solidFill>
                  <a:schemeClr val="tx1"/>
                </a:solidFill>
                <a:latin typeface="Arial"/>
                <a:ea typeface="Arial"/>
                <a:cs typeface="Arial"/>
              </a:defRPr>
            </a:lvl7pPr>
            <a:lvl8pPr marL="3429000" indent="-228600">
              <a:spcBef>
                <a:spcPct val="20000"/>
              </a:spcBef>
              <a:spcAft>
                <a:spcPct val="0"/>
              </a:spcAft>
              <a:buChar char="»"/>
              <a:defRPr sz="2000">
                <a:solidFill>
                  <a:schemeClr val="tx1"/>
                </a:solidFill>
                <a:latin typeface="Arial"/>
                <a:ea typeface="Arial"/>
                <a:cs typeface="Arial"/>
              </a:defRPr>
            </a:lvl8pPr>
            <a:lvl9pPr marL="3886200" indent="-228600">
              <a:spcBef>
                <a:spcPct val="20000"/>
              </a:spcBef>
              <a:spcAft>
                <a:spcPct val="0"/>
              </a:spcAft>
              <a:buChar char="»"/>
              <a:defRPr sz="2000">
                <a:solidFill>
                  <a:schemeClr val="tx1"/>
                </a:solidFill>
                <a:latin typeface="Arial"/>
                <a:ea typeface="Arial"/>
                <a:cs typeface="Arial"/>
              </a:defRPr>
            </a:lvl9pPr>
          </a:lstStyle>
          <a:p xmlns:a="http://schemas.openxmlformats.org/drawingml/2006/main">
            <a:pPr>
              <a:spcBef>
                <a:spcPct val="0"/>
              </a:spcBef>
              <a:buFontTx/>
              <a:buNone/>
            </a:pPr>
            <a:endParaRPr sz="1400"/>
          </a:p>
        </p:txBody>
      </p:sp>
      <p:pic>
        <p:nvPicPr>
          <p:cNvPr id="7211" name="图片 1"/>
          <p:cNvPicPr>
            <a:picLocks xmlns:a="http://schemas.openxmlformats.org/drawingml/2006/main" noChangeAspect="1"/>
          </p:cNvPicPr>
          <p:nvPr/>
        </p:nvPicPr>
        <p:blipFill>
          <a:blip xmlns:r="http://schemas.openxmlformats.org/officeDocument/2006/relationships" xmlns:a="http://schemas.openxmlformats.org/drawingml/2006/main" r:embed="R1b5e187a64844c9f"/>
          <a:stretch xmlns:a="http://schemas.openxmlformats.org/drawingml/2006/main">
            <a:fillRect l="0" t="0" r="0" b="0"/>
          </a:stretch>
        </p:blipFill>
        <p:spPr>
          <a:xfrm xmlns:a="http://schemas.openxmlformats.org/drawingml/2006/main">
            <a:off x="107315" y="45085"/>
            <a:ext cx="3543300" cy="733425"/>
          </a:xfrm>
          <a:prstGeom xmlns:a="http://schemas.openxmlformats.org/drawingml/2006/main" prst="rect">
            <a:avLst/>
          </a:prstGeom>
        </p:spPr>
      </p:pic>
      <p:pic>
        <p:nvPicPr>
          <p:cNvPr id="7212" name="图片 2"/>
          <p:cNvPicPr>
            <a:picLocks xmlns:a="http://schemas.openxmlformats.org/drawingml/2006/main" noChangeAspect="1"/>
          </p:cNvPicPr>
          <p:nvPr/>
        </p:nvPicPr>
        <p:blipFill>
          <a:blip xmlns:r="http://schemas.openxmlformats.org/officeDocument/2006/relationships" xmlns:a="http://schemas.openxmlformats.org/drawingml/2006/main" r:embed="R3c45a088063742da"/>
          <a:stretch xmlns:a="http://schemas.openxmlformats.org/drawingml/2006/main">
            <a:fillRect l="0" t="0" r="0" b="0"/>
          </a:stretch>
        </p:blipFill>
        <p:spPr>
          <a:xfrm xmlns:a="http://schemas.openxmlformats.org/drawingml/2006/main">
            <a:off x="0" y="2963545"/>
            <a:ext cx="9125585" cy="3826510"/>
          </a:xfrm>
          <a:prstGeom xmlns:a="http://schemas.openxmlformats.org/drawingml/2006/main" prst="rect">
            <a:avLst/>
          </a:prstGeom>
        </p:spPr>
      </p:pic>
      <p:pic>
        <p:nvPicPr>
          <p:cNvPr id="7213" name="图片 3"/>
          <p:cNvPicPr>
            <a:picLocks xmlns:a="http://schemas.openxmlformats.org/drawingml/2006/main" noChangeAspect="1"/>
          </p:cNvPicPr>
          <p:nvPr/>
        </p:nvPicPr>
        <p:blipFill>
          <a:blip xmlns:r="http://schemas.openxmlformats.org/officeDocument/2006/relationships" xmlns:a="http://schemas.openxmlformats.org/drawingml/2006/main" r:embed="Rf977c422a1a24727"/>
          <a:stretch xmlns:a="http://schemas.openxmlformats.org/drawingml/2006/main">
            <a:fillRect l="0" t="0" r="0" b="0"/>
          </a:stretch>
        </p:blipFill>
        <p:spPr>
          <a:xfrm xmlns:a="http://schemas.openxmlformats.org/drawingml/2006/main">
            <a:off x="8188960" y="45085"/>
            <a:ext cx="807720" cy="881380"/>
          </a:xfrm>
          <a:prstGeom xmlns:a="http://schemas.openxmlformats.org/drawingml/2006/main" prst="rect">
            <a:avLst/>
          </a:prstGeom>
        </p:spPr>
      </p:pic>
    </p:spTree>
    <p:extLst>
      <p:ext uri="{BB962C8B-B14F-4D97-AF65-F5344CB8AC3E}">
        <p14:creationId xmlns:p14="http://schemas.microsoft.com/office/powerpoint/2010/main" val="878101163"/>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0" name="Rectangle 16">
            <a:extLst xmlns:a="http://schemas.openxmlformats.org/drawingml/2006/main">
              <a:ext uri="{FF2B5EF4-FFF2-40B4-BE49-F238E27FC236}">
                <a16:creationId xmlns:a16="http://schemas.microsoft.com/office/drawing/2014/main" id="{19C33B51-0F49-4FD0-852C-B7CC91F466E5}"/>
              </a:ext>
            </a:extLst>
          </p:cNvPr>
          <p:cNvSpPr>
            <a:spLocks xmlns:a="http://schemas.openxmlformats.org/drawingml/2006/main" noGrp="1"/>
          </p:cNvSpPr>
          <p:nvPr/>
        </p:nvSpPr>
        <p:spPr>
          <a:xfrm xmlns:a="http://schemas.openxmlformats.org/drawingml/2006/main">
            <a:off x="0" y="1096235"/>
            <a:ext cx="7020171" cy="66431"/>
          </a:xfrm>
          <a:prstGeom xmlns:a="http://schemas.openxmlformats.org/drawingml/2006/main" prst="rect">
            <a:avLst/>
          </a:prstGeom>
          <a:gradFill xmlns:a="http://schemas.openxmlformats.org/drawingml/2006/main" rotWithShape="0">
            <a:gsLst>
              <a:gs pos="0">
                <a:srgbClr val="000066"/>
              </a:gs>
              <a:gs pos="100000">
                <a:srgbClr val="0066FF"/>
              </a:gs>
            </a:gsLst>
            <a:lin ang="0" scaled="1"/>
          </a:gradFill>
          <a:ln xmlns:a="http://schemas.openxmlformats.org/drawingml/2006/main" w="9525">
            <a:solidFill>
              <a:srgbClr val="0071C8"/>
            </a:solidFill>
          </a:ln>
        </p:spPr>
        <p:txBody>
          <a:bodyPr xmlns:a="http://schemas.openxmlformats.org/drawingml/2006/main" wrap="none" anchor="ctr"/>
          <a:lstStyle xmlns:a="http://schemas.openxmlformats.org/drawingml/2006/main"/>
          <a:p xmlns:a="http://schemas.openxmlformats.org/drawingml/2006/main">
            <a:pPr>
              <a:spcBef>
                <a:spcPct val="50000"/>
              </a:spcBef>
              <a:buNone/>
            </a:pPr>
            <a:endParaRPr/>
          </a:p>
        </p:txBody>
      </p:sp>
      <p:sp>
        <p:nvSpPr>
          <p:cNvPr id="2" name="文本框 1">
            <a:extLst xmlns:a="http://schemas.openxmlformats.org/drawingml/2006/main">
              <a:ext uri="{FF2B5EF4-FFF2-40B4-BE49-F238E27FC236}">
                <a16:creationId xmlns:a16="http://schemas.microsoft.com/office/drawing/2014/main" id="{C18C44AE-4D57-4605-ADAA-AEA503C0F08B}"/>
              </a:ext>
            </a:extLst>
          </p:cNvPr>
          <p:cNvSpPr>
            <a:spLocks xmlns:a="http://schemas.openxmlformats.org/drawingml/2006/main" noGrp="1"/>
          </p:cNvSpPr>
          <p:nvPr/>
        </p:nvSpPr>
        <p:spPr>
          <a:xfrm xmlns:a="http://schemas.openxmlformats.org/drawingml/2006/main">
            <a:off x="251460" y="692914"/>
            <a:ext cx="8003503" cy="3683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Font typeface="Arial"/>
              <a:buNone/>
            </a:pPr>
            <a:r>
              <a:rPr sz="1800" b="1"/>
              <a:t>2. 下阶段计划 </a:t>
            </a:r>
            <a:endParaRPr sz="3600">
              <a:latin typeface="Times New Roman"/>
              <a:ea typeface="Times New Roman"/>
              <a:cs typeface="Times New Roman"/>
            </a:endParaRPr>
          </a:p>
        </p:txBody>
      </p:sp>
      <p:sp>
        <p:nvSpPr>
          <p:cNvPr id="3" name="文本框 2">
            <a:extLst xmlns:a="http://schemas.openxmlformats.org/drawingml/2006/main">
              <a:ext uri="{FF2B5EF4-FFF2-40B4-BE49-F238E27FC236}">
                <a16:creationId xmlns:a16="http://schemas.microsoft.com/office/drawing/2014/main" id="{BC86237E-E860-4BC6-9BE4-9D394B7A7E45}"/>
              </a:ext>
            </a:extLst>
          </p:cNvPr>
          <p:cNvSpPr>
            <a:spLocks xmlns:a="http://schemas.openxmlformats.org/drawingml/2006/main" noGrp="1"/>
          </p:cNvSpPr>
          <p:nvPr/>
        </p:nvSpPr>
        <p:spPr>
          <a:xfrm xmlns:a="http://schemas.openxmlformats.org/drawingml/2006/main">
            <a:off x="251460" y="1628875"/>
            <a:ext cx="8572500" cy="1477328"/>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nSpc>
                <a:spcPct val="120000"/>
              </a:lnSpc>
              <a:buNone/>
              <a:defRPr sz="1800"/>
            </a:pPr>
            <a:r>
              <a:rPr sz="1800">
                <a:latin typeface="宋体"/>
                <a:ea typeface="宋体"/>
                <a:cs typeface="宋体"/>
              </a:rPr>
              <a:t>1、阅读 Agent 和遥感图文检索领域的论文，学习写作思路</a:t>
            </a:r>
            <a:endParaRPr>
              <a:latin typeface="宋体"/>
              <a:ea typeface="宋体"/>
              <a:cs typeface="宋体"/>
            </a:endParaRPr>
          </a:p>
          <a:p xmlns:a="http://schemas.openxmlformats.org/drawingml/2006/main">
            <a:endParaRPr>
              <a:latin typeface="宋体"/>
              <a:ea typeface="宋体"/>
              <a:cs typeface="宋体"/>
            </a:endParaRPr>
          </a:p>
          <a:p xmlns:a="http://schemas.openxmlformats.org/drawingml/2006/main">
            <a:pPr>
              <a:lnSpc>
                <a:spcPct val="120000"/>
              </a:lnSpc>
              <a:buNone/>
              <a:defRPr sz="1800"/>
            </a:pPr>
            <a:r>
              <a:rPr sz="1800">
                <a:latin typeface="宋体"/>
                <a:ea typeface="宋体"/>
                <a:cs typeface="宋体"/>
              </a:rPr>
              <a:t>2、完成论文其余部分的撰写</a:t>
            </a:r>
            <a:endParaRPr>
              <a:latin typeface="宋体"/>
              <a:ea typeface="宋体"/>
              <a:cs typeface="宋体"/>
            </a:endParaRPr>
          </a:p>
        </p:txBody>
      </p:sp>
      <p:pic>
        <p:nvPicPr>
          <p:cNvPr id="25" name="图片 3"/>
          <p:cNvPicPr>
            <a:picLocks xmlns:a="http://schemas.openxmlformats.org/drawingml/2006/main" noChangeAspect="1"/>
          </p:cNvPicPr>
          <p:nvPr/>
        </p:nvPicPr>
        <p:blipFill>
          <a:blip xmlns:r="http://schemas.openxmlformats.org/officeDocument/2006/relationships" xmlns:a="http://schemas.openxmlformats.org/drawingml/2006/main" r:embed="R319a9a9096934388"/>
          <a:stretch xmlns:a="http://schemas.openxmlformats.org/drawingml/2006/main">
            <a:fillRect l="0" t="0" r="0" b="0"/>
          </a:stretch>
        </p:blipFill>
        <p:spPr>
          <a:xfrm xmlns:a="http://schemas.openxmlformats.org/drawingml/2006/main">
            <a:off x="8188960" y="45085"/>
            <a:ext cx="807720" cy="881380"/>
          </a:xfrm>
          <a:prstGeom xmlns:a="http://schemas.openxmlformats.org/drawingml/2006/main" prst="rect">
            <a:avLst/>
          </a:prstGeom>
        </p:spPr>
      </p:pic>
    </p:spTree>
    <p:extLst>
      <p:ext uri="{BB962C8B-B14F-4D97-AF65-F5344CB8AC3E}">
        <p14:creationId xmlns:p14="http://schemas.microsoft.com/office/powerpoint/2010/main" val="603575640"/>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8" name="矩形 27">
            <a:extLst xmlns:a="http://schemas.openxmlformats.org/drawingml/2006/main">
              <a:ext uri="{FF2B5EF4-FFF2-40B4-BE49-F238E27FC236}">
                <a16:creationId xmlns:a16="http://schemas.microsoft.com/office/drawing/2014/main" id="{CFEF3454-06D3-4441-927C-886E6948201D}"/>
              </a:ext>
            </a:extLst>
          </p:cNvPr>
          <p:cNvSpPr>
            <a:spLocks xmlns:a="http://schemas.openxmlformats.org/drawingml/2006/main" noGrp="1"/>
          </p:cNvSpPr>
          <p:nvPr/>
        </p:nvSpPr>
        <p:spPr>
          <a:xfrm xmlns:a="http://schemas.openxmlformats.org/drawingml/2006/main">
            <a:off x="7" y="1376370"/>
            <a:ext cx="9150351" cy="2557463"/>
          </a:xfrm>
          <a:prstGeom xmlns:a="http://schemas.openxmlformats.org/drawingml/2006/main" prst="rect">
            <a:avLst/>
          </a:prstGeom>
          <a:solidFill xmlns:a="http://schemas.openxmlformats.org/drawingml/2006/main">
            <a:srgbClr val="005AAB">
              <a:alpha val="80000"/>
            </a:srgb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Font typeface="Arial"/>
              <a:buNone/>
            </a:pPr>
            <a:endParaRPr sz="1350"/>
          </a:p>
        </p:txBody>
      </p:sp>
      <p:sp>
        <p:nvSpPr>
          <p:cNvPr id="32" name="矩形 31">
            <a:extLst xmlns:a="http://schemas.openxmlformats.org/drawingml/2006/main">
              <a:ext uri="{FF2B5EF4-FFF2-40B4-BE49-F238E27FC236}">
                <a16:creationId xmlns:a16="http://schemas.microsoft.com/office/drawing/2014/main" id="{2703305F-4A8A-4609-90CB-BB5FA052FA15}"/>
              </a:ext>
            </a:extLst>
          </p:cNvPr>
          <p:cNvSpPr>
            <a:spLocks xmlns:a="http://schemas.openxmlformats.org/drawingml/2006/main" noGrp="1"/>
          </p:cNvSpPr>
          <p:nvPr/>
        </p:nvSpPr>
        <p:spPr>
          <a:xfrm xmlns:a="http://schemas.openxmlformats.org/drawingml/2006/main">
            <a:off x="8412163" y="946151"/>
            <a:ext cx="290512" cy="279400"/>
          </a:xfrm>
          <a:prstGeom xmlns:a="http://schemas.openxmlformats.org/drawingml/2006/main" prst="rect">
            <a:avLst/>
          </a:prstGeom>
          <a:solidFill xmlns:a="http://schemas.openxmlformats.org/drawingml/2006/main">
            <a:srgbClr val="037DCB"/>
          </a:solidFill>
          <a:ln xmlns:a="http://schemas.openxmlformats.org/drawingml/2006/main">
            <a:noFill/>
          </a:ln>
          <a:effectLst xmlns:a="http://schemas.openxmlformats.org/drawingml/2006/main">
            <a:outerShdw blurRad="50800" dist="38100" dir="5400000" algn="t"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Font typeface="Arial"/>
              <a:buNone/>
            </a:pPr>
            <a:endParaRPr sz="1350"/>
          </a:p>
        </p:txBody>
      </p:sp>
      <p:sp>
        <p:nvSpPr>
          <p:cNvPr id="33" name="矩形 32">
            <a:extLst xmlns:a="http://schemas.openxmlformats.org/drawingml/2006/main">
              <a:ext uri="{FF2B5EF4-FFF2-40B4-BE49-F238E27FC236}">
                <a16:creationId xmlns:a16="http://schemas.microsoft.com/office/drawing/2014/main" id="{2A6AA710-3A62-42F1-A636-A445A2A47277}"/>
              </a:ext>
            </a:extLst>
          </p:cNvPr>
          <p:cNvSpPr>
            <a:spLocks xmlns:a="http://schemas.openxmlformats.org/drawingml/2006/main" noGrp="1"/>
          </p:cNvSpPr>
          <p:nvPr/>
        </p:nvSpPr>
        <p:spPr>
          <a:xfrm xmlns:a="http://schemas.openxmlformats.org/drawingml/2006/main">
            <a:off x="8210553" y="736603"/>
            <a:ext cx="201613" cy="201613"/>
          </a:xfrm>
          <a:prstGeom xmlns:a="http://schemas.openxmlformats.org/drawingml/2006/main" prst="rect">
            <a:avLst/>
          </a:prstGeom>
          <a:solidFill xmlns:a="http://schemas.openxmlformats.org/drawingml/2006/main">
            <a:srgbClr val="3597D5"/>
          </a:solidFill>
          <a:ln xmlns:a="http://schemas.openxmlformats.org/drawingml/2006/main">
            <a:noFill/>
          </a:ln>
          <a:effectLst xmlns:a="http://schemas.openxmlformats.org/drawingml/2006/main">
            <a:outerShdw blurRad="50800" dist="38100" dir="2700000" algn="tl"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Font typeface="Arial"/>
              <a:buNone/>
            </a:pPr>
            <a:endParaRPr sz="1350"/>
          </a:p>
        </p:txBody>
      </p:sp>
      <p:sp>
        <p:nvSpPr>
          <p:cNvPr id="35" name="Freeform 5">
            <a:extLst xmlns:a="http://schemas.openxmlformats.org/drawingml/2006/main">
              <a:ext uri="{FF2B5EF4-FFF2-40B4-BE49-F238E27FC236}">
                <a16:creationId xmlns:a16="http://schemas.microsoft.com/office/drawing/2014/main" id="{EE33BC89-EFA9-4A62-AE27-078423AFA60A}"/>
              </a:ext>
            </a:extLst>
          </p:cNvPr>
          <p:cNvSpPr>
            <a:spLocks xmlns:a="http://schemas.openxmlformats.org/drawingml/2006/main" noGrp="1"/>
          </p:cNvSpPr>
          <p:nvPr/>
        </p:nvSpPr>
        <p:spPr>
          <a:xfrm xmlns:a="http://schemas.openxmlformats.org/drawingml/2006/main">
            <a:off x="8426450" y="1481139"/>
            <a:ext cx="552451" cy="544512"/>
          </a:xfrm>
          <a:custGeom xmlns:a="http://schemas.openxmlformats.org/drawingml/2006/main">
            <a:gdLst>
              <a:gd name="T0" fmla="*/ 17 w 68"/>
              <a:gd name="T1" fmla="*/ 26 h 60"/>
              <a:gd name="T2" fmla="*/ 33 w 68"/>
              <a:gd name="T3" fmla="*/ 31 h 60"/>
              <a:gd name="T4" fmla="*/ 33 w 68"/>
              <a:gd name="T5" fmla="*/ 31 h 60"/>
              <a:gd name="T6" fmla="*/ 49 w 68"/>
              <a:gd name="T7" fmla="*/ 26 h 60"/>
              <a:gd name="T8" fmla="*/ 34 w 68"/>
              <a:gd name="T9" fmla="*/ 18 h 60"/>
              <a:gd name="T10" fmla="*/ 59 w 68"/>
              <a:gd name="T11" fmla="*/ 16 h 60"/>
              <a:gd name="T12" fmla="*/ 55 w 68"/>
              <a:gd name="T13" fmla="*/ 23 h 60"/>
              <a:gd name="T14" fmla="*/ 56 w 68"/>
              <a:gd name="T15" fmla="*/ 15 h 60"/>
              <a:gd name="T16" fmla="*/ 56 w 68"/>
              <a:gd name="T17" fmla="*/ 12 h 60"/>
              <a:gd name="T18" fmla="*/ 52 w 68"/>
              <a:gd name="T19" fmla="*/ 23 h 60"/>
              <a:gd name="T20" fmla="*/ 68 w 68"/>
              <a:gd name="T21" fmla="*/ 32 h 60"/>
              <a:gd name="T22" fmla="*/ 68 w 68"/>
              <a:gd name="T23" fmla="*/ 34 h 60"/>
              <a:gd name="T24" fmla="*/ 67 w 68"/>
              <a:gd name="T25" fmla="*/ 34 h 60"/>
              <a:gd name="T26" fmla="*/ 29 w 68"/>
              <a:gd name="T27" fmla="*/ 50 h 60"/>
              <a:gd name="T28" fmla="*/ 68 w 68"/>
              <a:gd name="T29" fmla="*/ 45 h 60"/>
              <a:gd name="T30" fmla="*/ 30 w 68"/>
              <a:gd name="T31" fmla="*/ 60 h 60"/>
              <a:gd name="T32" fmla="*/ 28 w 68"/>
              <a:gd name="T33" fmla="*/ 59 h 60"/>
              <a:gd name="T34" fmla="*/ 3 w 68"/>
              <a:gd name="T35" fmla="*/ 25 h 60"/>
              <a:gd name="T36" fmla="*/ 14 w 68"/>
              <a:gd name="T37" fmla="*/ 23 h 60"/>
              <a:gd name="T38" fmla="*/ 1 w 68"/>
              <a:gd name="T39" fmla="*/ 10 h 60"/>
              <a:gd name="T40" fmla="*/ 32 w 68"/>
              <a:gd name="T41" fmla="*/ 0 h 60"/>
              <a:gd name="T42" fmla="*/ 65 w 68"/>
              <a:gd name="T43" fmla="*/ 9 h 60"/>
              <a:gd name="T44" fmla="*/ 59 w 68"/>
              <a:gd name="T45" fmla="*/ 14 h 60"/>
              <a:gd name="T46" fmla="*/ 59 w 68"/>
              <a:gd name="T47" fmla="*/ 16 h 60"/>
              <a:gd name="T48" fmla="*/ 58 w 68"/>
              <a:gd name="T49" fmla="*/ 9 h 60"/>
              <a:gd name="T50" fmla="*/ 33 w 68"/>
              <a:gd name="T51" fmla="*/ 4 h 60"/>
              <a:gd name="T52" fmla="*/ 33 w 68"/>
              <a:gd name="T53" fmla="*/ 8 h 60"/>
              <a:gd name="T54" fmla="*/ 54 w 68"/>
              <a:gd name="T55" fmla="*/ 10 h 60"/>
              <a:gd name="T56" fmla="*/ 32 w 68"/>
              <a:gd name="T57" fmla="*/ 53 h 60"/>
              <a:gd name="T58" fmla="*/ 67 w 68"/>
              <a:gd name="T59" fmla="*/ 42 h 60"/>
              <a:gd name="T60" fmla="*/ 32 w 68"/>
              <a:gd name="T61" fmla="*/ 49 h 60"/>
              <a:gd name="T62" fmla="*/ 67 w 68"/>
              <a:gd name="T63" fmla="*/ 40 h 60"/>
              <a:gd name="T64" fmla="*/ 32 w 68"/>
              <a:gd name="T65" fmla="*/ 49 h 60"/>
              <a:gd name="T66" fmla="*/ 32 w 68"/>
              <a:gd name="T67" fmla="*/ 47 h 60"/>
              <a:gd name="T68" fmla="*/ 67 w 68"/>
              <a:gd name="T69" fmla="*/ 36 h 60"/>
            </a:gdLst>
            <a:rect l="0" t="0" r="r" b="b"/>
            <a:pathLst>
              <a:path w="68" h="60">
                <a:moveTo>
                  <a:pt x="17" y="14"/>
                </a:moveTo>
                <a:cubicBezTo>
                  <a:pt x="17" y="26"/>
                  <a:pt x="17" y="26"/>
                  <a:pt x="17" y="26"/>
                </a:cubicBezTo>
                <a:cubicBezTo>
                  <a:pt x="17" y="26"/>
                  <a:pt x="18" y="27"/>
                  <a:pt x="18" y="27"/>
                </a:cubicBezTo>
                <a:cubicBezTo>
                  <a:pt x="22" y="28"/>
                  <a:pt x="29" y="31"/>
                  <a:pt x="33" y="31"/>
                </a:cubicBezTo>
                <a:cubicBezTo>
                  <a:pt x="33" y="31"/>
                  <a:pt x="33" y="31"/>
                  <a:pt x="33" y="31"/>
                </a:cubicBezTo>
                <a:cubicBezTo>
                  <a:pt x="33" y="31"/>
                  <a:pt x="33" y="31"/>
                  <a:pt x="33" y="31"/>
                </a:cubicBezTo>
                <a:cubicBezTo>
                  <a:pt x="36" y="31"/>
                  <a:pt x="39" y="30"/>
                  <a:pt x="41" y="30"/>
                </a:cubicBezTo>
                <a:cubicBezTo>
                  <a:pt x="45" y="29"/>
                  <a:pt x="47" y="27"/>
                  <a:pt x="49" y="26"/>
                </a:cubicBezTo>
                <a:cubicBezTo>
                  <a:pt x="49" y="14"/>
                  <a:pt x="49" y="14"/>
                  <a:pt x="49" y="14"/>
                </a:cubicBezTo>
                <a:cubicBezTo>
                  <a:pt x="34" y="18"/>
                  <a:pt x="34" y="18"/>
                  <a:pt x="34" y="18"/>
                </a:cubicBezTo>
                <a:cubicBezTo>
                  <a:pt x="17" y="14"/>
                  <a:pt x="17" y="14"/>
                  <a:pt x="17" y="14"/>
                </a:cubicBezTo>
                <a:close/>
                <a:moveTo>
                  <a:pt x="59" y="16"/>
                </a:moveTo>
                <a:cubicBezTo>
                  <a:pt x="61" y="23"/>
                  <a:pt x="61" y="23"/>
                  <a:pt x="61" y="23"/>
                </a:cubicBezTo>
                <a:cubicBezTo>
                  <a:pt x="59" y="25"/>
                  <a:pt x="57" y="25"/>
                  <a:pt x="55" y="23"/>
                </a:cubicBezTo>
                <a:cubicBezTo>
                  <a:pt x="56" y="16"/>
                  <a:pt x="56" y="16"/>
                  <a:pt x="56" y="16"/>
                </a:cubicBezTo>
                <a:cubicBezTo>
                  <a:pt x="56" y="16"/>
                  <a:pt x="56" y="16"/>
                  <a:pt x="56" y="15"/>
                </a:cubicBezTo>
                <a:cubicBezTo>
                  <a:pt x="56" y="15"/>
                  <a:pt x="56" y="14"/>
                  <a:pt x="56" y="14"/>
                </a:cubicBezTo>
                <a:cubicBezTo>
                  <a:pt x="56" y="12"/>
                  <a:pt x="56" y="12"/>
                  <a:pt x="56" y="12"/>
                </a:cubicBezTo>
                <a:cubicBezTo>
                  <a:pt x="52" y="13"/>
                  <a:pt x="52" y="13"/>
                  <a:pt x="52" y="13"/>
                </a:cubicBezTo>
                <a:cubicBezTo>
                  <a:pt x="52" y="23"/>
                  <a:pt x="52" y="23"/>
                  <a:pt x="52" y="23"/>
                </a:cubicBezTo>
                <a:cubicBezTo>
                  <a:pt x="68" y="30"/>
                  <a:pt x="68" y="30"/>
                  <a:pt x="68" y="30"/>
                </a:cubicBezTo>
                <a:cubicBezTo>
                  <a:pt x="68" y="32"/>
                  <a:pt x="68" y="32"/>
                  <a:pt x="68" y="32"/>
                </a:cubicBezTo>
                <a:cubicBezTo>
                  <a:pt x="68" y="34"/>
                  <a:pt x="68" y="34"/>
                  <a:pt x="68" y="34"/>
                </a:cubicBezTo>
                <a:cubicBezTo>
                  <a:pt x="68" y="34"/>
                  <a:pt x="68" y="34"/>
                  <a:pt x="68" y="34"/>
                </a:cubicBezTo>
                <a:cubicBezTo>
                  <a:pt x="68" y="34"/>
                  <a:pt x="68" y="34"/>
                  <a:pt x="68" y="34"/>
                </a:cubicBezTo>
                <a:cubicBezTo>
                  <a:pt x="67" y="34"/>
                  <a:pt x="67" y="34"/>
                  <a:pt x="67" y="34"/>
                </a:cubicBezTo>
                <a:cubicBezTo>
                  <a:pt x="30" y="44"/>
                  <a:pt x="30" y="44"/>
                  <a:pt x="30" y="44"/>
                </a:cubicBezTo>
                <a:cubicBezTo>
                  <a:pt x="29" y="46"/>
                  <a:pt x="29" y="48"/>
                  <a:pt x="29" y="50"/>
                </a:cubicBezTo>
                <a:cubicBezTo>
                  <a:pt x="29" y="52"/>
                  <a:pt x="29" y="54"/>
                  <a:pt x="30" y="56"/>
                </a:cubicBezTo>
                <a:cubicBezTo>
                  <a:pt x="68" y="45"/>
                  <a:pt x="68" y="45"/>
                  <a:pt x="68" y="45"/>
                </a:cubicBezTo>
                <a:cubicBezTo>
                  <a:pt x="68" y="48"/>
                  <a:pt x="68" y="48"/>
                  <a:pt x="68" y="48"/>
                </a:cubicBezTo>
                <a:cubicBezTo>
                  <a:pt x="30" y="60"/>
                  <a:pt x="30" y="60"/>
                  <a:pt x="30" y="60"/>
                </a:cubicBezTo>
                <a:cubicBezTo>
                  <a:pt x="29" y="60"/>
                  <a:pt x="29" y="60"/>
                  <a:pt x="29" y="60"/>
                </a:cubicBezTo>
                <a:cubicBezTo>
                  <a:pt x="28" y="59"/>
                  <a:pt x="28" y="59"/>
                  <a:pt x="28" y="59"/>
                </a:cubicBezTo>
                <a:cubicBezTo>
                  <a:pt x="3" y="38"/>
                  <a:pt x="3" y="38"/>
                  <a:pt x="3" y="38"/>
                </a:cubicBezTo>
                <a:cubicBezTo>
                  <a:pt x="2" y="34"/>
                  <a:pt x="1" y="30"/>
                  <a:pt x="3" y="25"/>
                </a:cubicBezTo>
                <a:cubicBezTo>
                  <a:pt x="3" y="25"/>
                  <a:pt x="3" y="25"/>
                  <a:pt x="3" y="25"/>
                </a:cubicBezTo>
                <a:cubicBezTo>
                  <a:pt x="14" y="23"/>
                  <a:pt x="14" y="23"/>
                  <a:pt x="14" y="23"/>
                </a:cubicBezTo>
                <a:cubicBezTo>
                  <a:pt x="14" y="13"/>
                  <a:pt x="14" y="13"/>
                  <a:pt x="14" y="13"/>
                </a:cubicBezTo>
                <a:cubicBezTo>
                  <a:pt x="1" y="10"/>
                  <a:pt x="1" y="10"/>
                  <a:pt x="1" y="10"/>
                </a:cubicBezTo>
                <a:cubicBezTo>
                  <a:pt x="0" y="8"/>
                  <a:pt x="0" y="8"/>
                  <a:pt x="0" y="8"/>
                </a:cubicBezTo>
                <a:cubicBezTo>
                  <a:pt x="32" y="0"/>
                  <a:pt x="32" y="0"/>
                  <a:pt x="32" y="0"/>
                </a:cubicBezTo>
                <a:cubicBezTo>
                  <a:pt x="65" y="7"/>
                  <a:pt x="65" y="7"/>
                  <a:pt x="65" y="7"/>
                </a:cubicBezTo>
                <a:cubicBezTo>
                  <a:pt x="65" y="9"/>
                  <a:pt x="65" y="9"/>
                  <a:pt x="65" y="9"/>
                </a:cubicBezTo>
                <a:cubicBezTo>
                  <a:pt x="59" y="11"/>
                  <a:pt x="59" y="11"/>
                  <a:pt x="59" y="11"/>
                </a:cubicBezTo>
                <a:cubicBezTo>
                  <a:pt x="59" y="14"/>
                  <a:pt x="59" y="14"/>
                  <a:pt x="59" y="14"/>
                </a:cubicBezTo>
                <a:cubicBezTo>
                  <a:pt x="59" y="14"/>
                  <a:pt x="59" y="15"/>
                  <a:pt x="59" y="15"/>
                </a:cubicBezTo>
                <a:cubicBezTo>
                  <a:pt x="59" y="16"/>
                  <a:pt x="59" y="16"/>
                  <a:pt x="59" y="16"/>
                </a:cubicBezTo>
                <a:close/>
                <a:moveTo>
                  <a:pt x="54" y="10"/>
                </a:moveTo>
                <a:cubicBezTo>
                  <a:pt x="58" y="9"/>
                  <a:pt x="58" y="9"/>
                  <a:pt x="58" y="9"/>
                </a:cubicBezTo>
                <a:cubicBezTo>
                  <a:pt x="36" y="5"/>
                  <a:pt x="36" y="5"/>
                  <a:pt x="36" y="5"/>
                </a:cubicBezTo>
                <a:cubicBezTo>
                  <a:pt x="36" y="4"/>
                  <a:pt x="34" y="4"/>
                  <a:pt x="33" y="4"/>
                </a:cubicBezTo>
                <a:cubicBezTo>
                  <a:pt x="31" y="4"/>
                  <a:pt x="29" y="5"/>
                  <a:pt x="29" y="6"/>
                </a:cubicBezTo>
                <a:cubicBezTo>
                  <a:pt x="29" y="7"/>
                  <a:pt x="31" y="8"/>
                  <a:pt x="33" y="8"/>
                </a:cubicBezTo>
                <a:cubicBezTo>
                  <a:pt x="34" y="8"/>
                  <a:pt x="35" y="8"/>
                  <a:pt x="36" y="7"/>
                </a:cubicBezTo>
                <a:cubicBezTo>
                  <a:pt x="54" y="10"/>
                  <a:pt x="54" y="10"/>
                  <a:pt x="54" y="10"/>
                </a:cubicBezTo>
                <a:close/>
                <a:moveTo>
                  <a:pt x="32" y="52"/>
                </a:moveTo>
                <a:cubicBezTo>
                  <a:pt x="32" y="53"/>
                  <a:pt x="32" y="53"/>
                  <a:pt x="32" y="53"/>
                </a:cubicBezTo>
                <a:cubicBezTo>
                  <a:pt x="67" y="43"/>
                  <a:pt x="67" y="43"/>
                  <a:pt x="67" y="43"/>
                </a:cubicBezTo>
                <a:cubicBezTo>
                  <a:pt x="67" y="42"/>
                  <a:pt x="67" y="42"/>
                  <a:pt x="67" y="42"/>
                </a:cubicBezTo>
                <a:cubicBezTo>
                  <a:pt x="32" y="52"/>
                  <a:pt x="32" y="52"/>
                  <a:pt x="32" y="52"/>
                </a:cubicBezTo>
                <a:close/>
                <a:moveTo>
                  <a:pt x="32" y="49"/>
                </a:moveTo>
                <a:cubicBezTo>
                  <a:pt x="32" y="49"/>
                  <a:pt x="32" y="49"/>
                  <a:pt x="32" y="49"/>
                </a:cubicBezTo>
                <a:cubicBezTo>
                  <a:pt x="67" y="40"/>
                  <a:pt x="67" y="40"/>
                  <a:pt x="67" y="40"/>
                </a:cubicBezTo>
                <a:cubicBezTo>
                  <a:pt x="67" y="39"/>
                  <a:pt x="67" y="39"/>
                  <a:pt x="67" y="39"/>
                </a:cubicBezTo>
                <a:cubicBezTo>
                  <a:pt x="32" y="49"/>
                  <a:pt x="32" y="49"/>
                  <a:pt x="32" y="49"/>
                </a:cubicBezTo>
                <a:close/>
                <a:moveTo>
                  <a:pt x="31" y="46"/>
                </a:moveTo>
                <a:cubicBezTo>
                  <a:pt x="32" y="47"/>
                  <a:pt x="32" y="47"/>
                  <a:pt x="32" y="47"/>
                </a:cubicBezTo>
                <a:cubicBezTo>
                  <a:pt x="67" y="37"/>
                  <a:pt x="67" y="37"/>
                  <a:pt x="67" y="37"/>
                </a:cubicBezTo>
                <a:cubicBezTo>
                  <a:pt x="67" y="36"/>
                  <a:pt x="67" y="36"/>
                  <a:pt x="67" y="36"/>
                </a:cubicBezTo>
                <a:lnTo>
                  <a:pt x="31" y="46"/>
                </a:lnTo>
                <a:close/>
              </a:path>
            </a:pathLst>
          </a:custGeom>
          <a:solidFill xmlns:a="http://schemas.openxmlformats.org/drawingml/2006/main">
            <a:schemeClr val="bg1"/>
          </a:solidFill>
          <a:ln xmlns:a="http://schemas.openxmlformats.org/drawingml/2006/main">
            <a:noFill/>
          </a:ln>
        </p:spPr>
        <p:txBody>
          <a:bodyPr xmlns:a="http://schemas.openxmlformats.org/drawingml/2006/main" lIns="68580" tIns="34291" rIns="68580" bIns="34291"/>
          <a:lstStyle xmlns:a="http://schemas.openxmlformats.org/drawingml/2006/main"/>
          <a:p xmlns:a="http://schemas.openxmlformats.org/drawingml/2006/main">
            <a:pPr>
              <a:buFont typeface="Arial"/>
              <a:buNone/>
            </a:pPr>
            <a:endParaRPr sz="1350"/>
          </a:p>
        </p:txBody>
      </p:sp>
      <p:sp>
        <p:nvSpPr>
          <p:cNvPr id="40968" name="TextBox 1">
            <a:extLst xmlns:a="http://schemas.openxmlformats.org/drawingml/2006/main">
              <a:ext uri="{FF2B5EF4-FFF2-40B4-BE49-F238E27FC236}">
                <a16:creationId xmlns:a16="http://schemas.microsoft.com/office/drawing/2014/main" id="{177ED558-CB79-4A02-B2ED-A2F3078BCD84}"/>
              </a:ext>
            </a:extLst>
          </p:cNvPr>
          <p:cNvSpPr>
            <a:spLocks xmlns:a="http://schemas.openxmlformats.org/drawingml/2006/main" noGrp="1"/>
          </p:cNvSpPr>
          <p:nvPr/>
        </p:nvSpPr>
        <p:spPr>
          <a:xfrm xmlns:a="http://schemas.openxmlformats.org/drawingml/2006/main">
            <a:off x="2423161" y="1716095"/>
            <a:ext cx="4297680" cy="1876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a:spAutoFit/>
          </a:bodyPr>
          <a:lstStyle xmlns:a="http://schemas.openxmlformats.org/drawingml/2006/main">
            <a:lvl1pPr>
              <a:spcBef>
                <a:spcPct val="20000"/>
              </a:spcBef>
              <a:buChar char="•"/>
              <a:defRPr sz="3200">
                <a:solidFill>
                  <a:schemeClr val="tx1"/>
                </a:solidFill>
                <a:latin typeface="Arial"/>
                <a:ea typeface="Arial"/>
                <a:cs typeface="Arial"/>
              </a:defRPr>
            </a:lvl1pPr>
            <a:lvl2pPr marL="742950" indent="-285750">
              <a:spcBef>
                <a:spcPct val="20000"/>
              </a:spcBef>
              <a:buChar char="–"/>
              <a:defRPr sz="2800">
                <a:solidFill>
                  <a:schemeClr val="tx1"/>
                </a:solidFill>
                <a:latin typeface="Arial"/>
                <a:ea typeface="Arial"/>
                <a:cs typeface="Arial"/>
              </a:defRPr>
            </a:lvl2pPr>
            <a:lvl3pPr marL="1143000" indent="-228600">
              <a:spcBef>
                <a:spcPct val="20000"/>
              </a:spcBef>
              <a:buChar char="•"/>
              <a:defRPr sz="2400">
                <a:solidFill>
                  <a:schemeClr val="tx1"/>
                </a:solidFill>
                <a:latin typeface="Arial"/>
                <a:ea typeface="Arial"/>
                <a:cs typeface="Arial"/>
              </a:defRPr>
            </a:lvl3pPr>
            <a:lvl4pPr marL="1600200" indent="-228600">
              <a:spcBef>
                <a:spcPct val="20000"/>
              </a:spcBef>
              <a:buChar char="–"/>
              <a:defRPr sz="2000">
                <a:solidFill>
                  <a:schemeClr val="tx1"/>
                </a:solidFill>
                <a:latin typeface="Arial"/>
                <a:ea typeface="Arial"/>
                <a:cs typeface="Arial"/>
              </a:defRPr>
            </a:lvl4pPr>
            <a:lvl5pPr marL="2057400" indent="-228600">
              <a:spcBef>
                <a:spcPct val="20000"/>
              </a:spcBef>
              <a:buChar char="»"/>
              <a:defRPr sz="2000">
                <a:solidFill>
                  <a:schemeClr val="tx1"/>
                </a:solidFill>
                <a:latin typeface="Arial"/>
                <a:ea typeface="Arial"/>
                <a:cs typeface="Arial"/>
              </a:defRPr>
            </a:lvl5pPr>
            <a:lvl6pPr marL="2514600" indent="-228600">
              <a:spcBef>
                <a:spcPct val="20000"/>
              </a:spcBef>
              <a:spcAft>
                <a:spcPct val="0"/>
              </a:spcAft>
              <a:buChar char="»"/>
              <a:defRPr sz="2000">
                <a:solidFill>
                  <a:schemeClr val="tx1"/>
                </a:solidFill>
                <a:latin typeface="Arial"/>
                <a:ea typeface="Arial"/>
                <a:cs typeface="Arial"/>
              </a:defRPr>
            </a:lvl6pPr>
            <a:lvl7pPr marL="2971800" indent="-228600">
              <a:spcBef>
                <a:spcPct val="20000"/>
              </a:spcBef>
              <a:spcAft>
                <a:spcPct val="0"/>
              </a:spcAft>
              <a:buChar char="»"/>
              <a:defRPr sz="2000">
                <a:solidFill>
                  <a:schemeClr val="tx1"/>
                </a:solidFill>
                <a:latin typeface="Arial"/>
                <a:ea typeface="Arial"/>
                <a:cs typeface="Arial"/>
              </a:defRPr>
            </a:lvl7pPr>
            <a:lvl8pPr marL="3429000" indent="-228600">
              <a:spcBef>
                <a:spcPct val="20000"/>
              </a:spcBef>
              <a:spcAft>
                <a:spcPct val="0"/>
              </a:spcAft>
              <a:buChar char="»"/>
              <a:defRPr sz="2000">
                <a:solidFill>
                  <a:schemeClr val="tx1"/>
                </a:solidFill>
                <a:latin typeface="Arial"/>
                <a:ea typeface="Arial"/>
                <a:cs typeface="Arial"/>
              </a:defRPr>
            </a:lvl8pPr>
            <a:lvl9pPr marL="3886200" indent="-228600">
              <a:spcBef>
                <a:spcPct val="20000"/>
              </a:spcBef>
              <a:spcAft>
                <a:spcPct val="0"/>
              </a:spcAft>
              <a:buChar char="»"/>
              <a:defRPr sz="2000">
                <a:solidFill>
                  <a:schemeClr val="tx1"/>
                </a:solidFill>
                <a:latin typeface="Arial"/>
                <a:ea typeface="Arial"/>
                <a:cs typeface="Arial"/>
              </a:defRPr>
            </a:lvl9pPr>
          </a:lstStyle>
          <a:p xmlns:a="http://schemas.openxmlformats.org/drawingml/2006/main">
            <a:pPr algn="ctr">
              <a:spcBef>
                <a:spcPct val="0"/>
              </a:spcBef>
              <a:buFontTx/>
              <a:buNone/>
            </a:pPr>
            <a:r>
              <a:rPr sz="4400">
                <a:solidFill>
                  <a:schemeClr val="bg1"/>
                </a:solidFill>
              </a:rPr>
              <a:t>谢   谢！</a:t>
            </a:r>
          </a:p>
          <a:p xmlns:a="http://schemas.openxmlformats.org/drawingml/2006/main">
            <a:pPr algn="ctr">
              <a:spcBef>
                <a:spcPct val="0"/>
              </a:spcBef>
              <a:buFontTx/>
              <a:buNone/>
            </a:pPr>
            <a:endParaRPr sz="3600">
              <a:solidFill>
                <a:schemeClr val="bg1"/>
              </a:solidFill>
            </a:endParaRPr>
          </a:p>
          <a:p xmlns:a="http://schemas.openxmlformats.org/drawingml/2006/main">
            <a:pPr algn="ctr">
              <a:spcBef>
                <a:spcPct val="0"/>
              </a:spcBef>
              <a:buFontTx/>
              <a:buNone/>
            </a:pPr>
            <a:r>
              <a:rPr sz="3600">
                <a:solidFill>
                  <a:schemeClr val="bg1"/>
                </a:solidFill>
              </a:rPr>
              <a:t>恳请各位专家指导！</a:t>
            </a:r>
          </a:p>
        </p:txBody>
      </p:sp>
      <p:sp>
        <p:nvSpPr>
          <p:cNvPr id="40969" name="灯片编号占位符 1">
            <a:extLst xmlns:a="http://schemas.openxmlformats.org/drawingml/2006/main">
              <a:ext uri="{FF2B5EF4-FFF2-40B4-BE49-F238E27FC236}">
                <a16:creationId xmlns:a16="http://schemas.microsoft.com/office/drawing/2014/main" id="{3584C319-90C0-4D14-9B36-3EB686F2CB0C}"/>
              </a:ext>
            </a:extLst>
          </p:cNvPr>
          <p:cNvSpPr>
            <a:spLocks xmlns:a="http://schemas.openxmlformats.org/drawingml/2006/main" noGrp="1"/>
          </p:cNvSpPr>
          <p:nvPr>
            <p:ph type="sldNum" idx="12"/>
          </p:nvPr>
        </p:nvSpPr>
        <p:spPr>
          <a:xfrm xmlns:a="http://schemas.openxmlformats.org/drawingml/2006/main">
            <a:off x="6742113" y="6423026"/>
            <a:ext cx="2133600" cy="476251"/>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spcBef>
                <a:spcPct val="20000"/>
              </a:spcBef>
              <a:buChar char="•"/>
              <a:defRPr sz="3200">
                <a:solidFill>
                  <a:schemeClr val="tx1"/>
                </a:solidFill>
                <a:latin typeface="Arial"/>
                <a:ea typeface="Arial"/>
                <a:cs typeface="Arial"/>
              </a:defRPr>
            </a:lvl1pPr>
            <a:lvl2pPr marL="742950" indent="-285750">
              <a:spcBef>
                <a:spcPct val="20000"/>
              </a:spcBef>
              <a:buChar char="–"/>
              <a:defRPr sz="2800">
                <a:solidFill>
                  <a:schemeClr val="tx1"/>
                </a:solidFill>
                <a:latin typeface="Arial"/>
                <a:ea typeface="Arial"/>
                <a:cs typeface="Arial"/>
              </a:defRPr>
            </a:lvl2pPr>
            <a:lvl3pPr marL="1143000" indent="-228600">
              <a:spcBef>
                <a:spcPct val="20000"/>
              </a:spcBef>
              <a:buChar char="•"/>
              <a:defRPr sz="2400">
                <a:solidFill>
                  <a:schemeClr val="tx1"/>
                </a:solidFill>
                <a:latin typeface="Arial"/>
                <a:ea typeface="Arial"/>
                <a:cs typeface="Arial"/>
              </a:defRPr>
            </a:lvl3pPr>
            <a:lvl4pPr marL="1600200" indent="-228600">
              <a:spcBef>
                <a:spcPct val="20000"/>
              </a:spcBef>
              <a:buChar char="–"/>
              <a:defRPr sz="2000">
                <a:solidFill>
                  <a:schemeClr val="tx1"/>
                </a:solidFill>
                <a:latin typeface="Arial"/>
                <a:ea typeface="Arial"/>
                <a:cs typeface="Arial"/>
              </a:defRPr>
            </a:lvl4pPr>
            <a:lvl5pPr marL="2057400" indent="-228600">
              <a:spcBef>
                <a:spcPct val="20000"/>
              </a:spcBef>
              <a:buChar char="»"/>
              <a:defRPr sz="2000">
                <a:solidFill>
                  <a:schemeClr val="tx1"/>
                </a:solidFill>
                <a:latin typeface="Arial"/>
                <a:ea typeface="Arial"/>
                <a:cs typeface="Arial"/>
              </a:defRPr>
            </a:lvl5pPr>
            <a:lvl6pPr marL="2514600" indent="-228600">
              <a:spcBef>
                <a:spcPct val="20000"/>
              </a:spcBef>
              <a:spcAft>
                <a:spcPct val="0"/>
              </a:spcAft>
              <a:buChar char="»"/>
              <a:defRPr sz="2000">
                <a:solidFill>
                  <a:schemeClr val="tx1"/>
                </a:solidFill>
                <a:latin typeface="Arial"/>
                <a:ea typeface="Arial"/>
                <a:cs typeface="Arial"/>
              </a:defRPr>
            </a:lvl6pPr>
            <a:lvl7pPr marL="2971800" indent="-228600">
              <a:spcBef>
                <a:spcPct val="20000"/>
              </a:spcBef>
              <a:spcAft>
                <a:spcPct val="0"/>
              </a:spcAft>
              <a:buChar char="»"/>
              <a:defRPr sz="2000">
                <a:solidFill>
                  <a:schemeClr val="tx1"/>
                </a:solidFill>
                <a:latin typeface="Arial"/>
                <a:ea typeface="Arial"/>
                <a:cs typeface="Arial"/>
              </a:defRPr>
            </a:lvl7pPr>
            <a:lvl8pPr marL="3429000" indent="-228600">
              <a:spcBef>
                <a:spcPct val="20000"/>
              </a:spcBef>
              <a:spcAft>
                <a:spcPct val="0"/>
              </a:spcAft>
              <a:buChar char="»"/>
              <a:defRPr sz="2000">
                <a:solidFill>
                  <a:schemeClr val="tx1"/>
                </a:solidFill>
                <a:latin typeface="Arial"/>
                <a:ea typeface="Arial"/>
                <a:cs typeface="Arial"/>
              </a:defRPr>
            </a:lvl8pPr>
            <a:lvl9pPr marL="3886200" indent="-228600">
              <a:spcBef>
                <a:spcPct val="20000"/>
              </a:spcBef>
              <a:spcAft>
                <a:spcPct val="0"/>
              </a:spcAft>
              <a:buChar char="»"/>
              <a:defRPr sz="2000">
                <a:solidFill>
                  <a:schemeClr val="tx1"/>
                </a:solidFill>
                <a:latin typeface="Arial"/>
                <a:ea typeface="Arial"/>
                <a:cs typeface="Arial"/>
              </a:defRPr>
            </a:lvl9pPr>
          </a:lstStyle>
          <a:p xmlns:a="http://schemas.openxmlformats.org/drawingml/2006/main">
            <a:pPr>
              <a:spcBef>
                <a:spcPct val="0"/>
              </a:spcBef>
              <a:buFontTx/>
              <a:buNone/>
            </a:pPr>
            <a:endParaRPr sz="1800"/>
          </a:p>
        </p:txBody>
      </p:sp>
      <p:pic>
        <p:nvPicPr>
          <p:cNvPr id="40979" name="图片 1"/>
          <p:cNvPicPr>
            <a:picLocks xmlns:a="http://schemas.openxmlformats.org/drawingml/2006/main" noChangeAspect="1"/>
          </p:cNvPicPr>
          <p:nvPr/>
        </p:nvPicPr>
        <p:blipFill>
          <a:blip xmlns:r="http://schemas.openxmlformats.org/officeDocument/2006/relationships" xmlns:a="http://schemas.openxmlformats.org/drawingml/2006/main" r:embed="R35ffb6f38a9b49a2"/>
          <a:stretch xmlns:a="http://schemas.openxmlformats.org/drawingml/2006/main">
            <a:fillRect l="0" t="0" r="0" b="0"/>
          </a:stretch>
        </p:blipFill>
        <p:spPr>
          <a:xfrm xmlns:a="http://schemas.openxmlformats.org/drawingml/2006/main">
            <a:off x="35560" y="45085"/>
            <a:ext cx="3543300" cy="733425"/>
          </a:xfrm>
          <a:prstGeom xmlns:a="http://schemas.openxmlformats.org/drawingml/2006/main" prst="rect">
            <a:avLst/>
          </a:prstGeom>
        </p:spPr>
      </p:pic>
      <p:pic>
        <p:nvPicPr>
          <p:cNvPr id="40980" name="图片 2"/>
          <p:cNvPicPr>
            <a:picLocks xmlns:a="http://schemas.openxmlformats.org/drawingml/2006/main" noChangeAspect="1"/>
          </p:cNvPicPr>
          <p:nvPr/>
        </p:nvPicPr>
        <p:blipFill>
          <a:blip xmlns:r="http://schemas.openxmlformats.org/officeDocument/2006/relationships" xmlns:a="http://schemas.openxmlformats.org/drawingml/2006/main" r:embed="R8220e1219c3b4145"/>
          <a:stretch xmlns:a="http://schemas.openxmlformats.org/drawingml/2006/main">
            <a:fillRect l="0" t="0" r="0" b="0"/>
          </a:stretch>
        </p:blipFill>
        <p:spPr>
          <a:xfrm xmlns:a="http://schemas.openxmlformats.org/drawingml/2006/main">
            <a:off x="49530" y="3976370"/>
            <a:ext cx="9023985" cy="2881630"/>
          </a:xfrm>
          <a:prstGeom xmlns:a="http://schemas.openxmlformats.org/drawingml/2006/main" prst="rect">
            <a:avLst/>
          </a:prstGeom>
        </p:spPr>
      </p:pic>
      <p:pic>
        <p:nvPicPr>
          <p:cNvPr id="40981" name="图片 3"/>
          <p:cNvPicPr>
            <a:picLocks xmlns:a="http://schemas.openxmlformats.org/drawingml/2006/main" noChangeAspect="1"/>
          </p:cNvPicPr>
          <p:nvPr/>
        </p:nvPicPr>
        <p:blipFill>
          <a:blip xmlns:r="http://schemas.openxmlformats.org/officeDocument/2006/relationships" xmlns:a="http://schemas.openxmlformats.org/drawingml/2006/main" r:embed="Re401cbefef0d4643"/>
          <a:stretch xmlns:a="http://schemas.openxmlformats.org/drawingml/2006/main">
            <a:fillRect l="0" t="0" r="0" b="0"/>
          </a:stretch>
        </p:blipFill>
        <p:spPr>
          <a:xfrm xmlns:a="http://schemas.openxmlformats.org/drawingml/2006/main">
            <a:off x="8188960" y="45085"/>
            <a:ext cx="807720" cy="881380"/>
          </a:xfrm>
          <a:prstGeom xmlns:a="http://schemas.openxmlformats.org/drawingml/2006/main" prst="rect">
            <a:avLst/>
          </a:prstGeom>
        </p:spPr>
      </p:pic>
    </p:spTree>
    <p:extLst>
      <p:ext uri="{BB962C8B-B14F-4D97-AF65-F5344CB8AC3E}">
        <p14:creationId xmlns:p14="http://schemas.microsoft.com/office/powerpoint/2010/main" val="493557269"/>
      </p:ext>
    </p:extLst>
  </p:cSld>
</p:sld>
</file>

<file path=ppt/theme/theme1.xml><?xml version="1.0" encoding="utf-8"?>
<a:theme xmlns:a="http://schemas.openxmlformats.org/drawingml/2006/main" name="默认设计模板">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2026-09-29T11:45:58.6600000Z</dcterms:created>
  <dcterms:modified xsi:type="dcterms:W3CDTF">2026-09-29T11:45:58.6600000Z</dcterms:modified>
</coreProperties>
</file>